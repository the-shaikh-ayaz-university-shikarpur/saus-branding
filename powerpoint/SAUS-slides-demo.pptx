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photo)">
    <p:bg>
      <p:bgPr>
        <a:solidFill>
          <a:srgbClr val="4A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mpus photograp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  <p:sp>
        <p:nvSpPr>
          <p:cNvPr id="3" name="Maroon wash"/>
          <p:cNvSpPr/>
          <p:nvPr userDrawn="1"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4A1C34">
              <a:alpha val="84000"/>
            </a:srgbClr>
          </a:solidFill>
          <a:ln>
            <a:noFill/>
          </a:ln>
        </p:spPr>
      </p:sp>
      <p:sp>
        <p:nvSpPr>
          <p:cNvPr id="4" name="Fade"/>
          <p:cNvSpPr/>
          <p:nvPr userDrawn="1"/>
        </p:nvSpPr>
        <p:spPr>
          <a:xfrm>
            <a:off x="0" y="0"/>
            <a:ext cx="12192120" cy="6858000"/>
          </a:xfrm>
          <a:prstGeom prst="rect">
            <a:avLst/>
          </a:prstGeom>
          <a:gradFill rotWithShape="1">
            <a:gsLst>
              <a:gs pos="0">
                <a:srgbClr val="4A1C34">
                  <a:alpha val="55000"/>
                </a:srgbClr>
              </a:gs>
              <a:gs pos="100000">
                <a:srgbClr val="4A1C34">
                  <a:alpha val="0"/>
                </a:srgbClr>
              </a:gs>
            </a:gsLst>
            <a:lin ang="0" scaled="0"/>
          </a:gradFill>
          <a:ln>
            <a:noFill/>
          </a:ln>
        </p:spPr>
      </p:sp>
      <p:pic>
        <p:nvPicPr>
          <p:cNvPr id="5" name="Crest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800" y="608400"/>
            <a:ext cx="908271" cy="1144800"/>
          </a:xfrm>
          <a:prstGeom prst="rect">
            <a:avLst/>
          </a:prstGeom>
        </p:spPr>
      </p:pic>
      <p:sp>
        <p:nvSpPr>
          <p:cNvPr id="6" name="University name"/>
          <p:cNvSpPr txBox="1"/>
          <p:nvPr userDrawn="1"/>
        </p:nvSpPr>
        <p:spPr>
          <a:xfrm>
            <a:off x="2089071" y="702000"/>
            <a:ext cx="7200000" cy="52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1300" spc="150" cap="all">
                <a:solidFill>
                  <a:srgbClr val="FFFFFF"/>
                </a:solidFill>
                <a:latin typeface="Fira Sans Medium"/>
                <a:cs typeface="Fira Sans Medium"/>
              </a:rPr>
              <a:t>The Shaikh Ayaz University, Shikarpur</a:t>
            </a:r>
          </a:p>
          <a:p>
            <a:pPr algn="l">
              <a:spcBef>
                <a:spcPts val="300"/>
              </a:spcBef>
            </a:pPr>
            <a:r>
              <a:rPr lang="en-GB" sz="1400" i="1">
                <a:solidFill>
                  <a:srgbClr val="C39B3E"/>
                </a:solidFill>
                <a:latin typeface="EB Garamond"/>
                <a:cs typeface="EB Garamond"/>
              </a:rPr>
              <a:t>Revival of Educational Glory of Shikarpur</a:t>
            </a:r>
          </a:p>
        </p:txBody>
      </p:sp>
      <p:pic>
        <p:nvPicPr>
          <p:cNvPr id="7" name="Sindhi nam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89071" y="1296000"/>
            <a:ext cx="2147149" cy="288000"/>
          </a:xfrm>
          <a:prstGeom prst="rect">
            <a:avLst/>
          </a:prstGeom>
        </p:spPr>
      </p:pic>
      <p:sp>
        <p:nvSpPr>
          <p:cNvPr id="8" name="Title 8"/>
          <p:cNvSpPr>
            <a:spLocks noGrp="1"/>
          </p:cNvSpPr>
          <p:nvPr>
            <p:ph type="ctrTitle"/>
          </p:nvPr>
        </p:nvSpPr>
        <p:spPr>
          <a:xfrm>
            <a:off x="838800" y="1764000"/>
            <a:ext cx="9509854" cy="1710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600">
                <a:solidFill>
                  <a:srgbClr val="FFFFFF"/>
                </a:solidFill>
                <a:latin typeface="Fira Sans SemiBold"/>
                <a:cs typeface="Fira Sans SemiBold"/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9" name="Gold rule"/>
          <p:cNvSpPr/>
          <p:nvPr userDrawn="1"/>
        </p:nvSpPr>
        <p:spPr>
          <a:xfrm>
            <a:off x="838800" y="3564000"/>
            <a:ext cx="1980000" cy="59040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  <p:sp>
        <p:nvSpPr>
          <p:cNvPr id="10" name="Subtitle 10"/>
          <p:cNvSpPr>
            <a:spLocks noGrp="1"/>
          </p:cNvSpPr>
          <p:nvPr>
            <p:ph type="subTitle" idx="1" hasCustomPrompt="1"/>
          </p:nvPr>
        </p:nvSpPr>
        <p:spPr>
          <a:xfrm>
            <a:off x="838800" y="3690000"/>
            <a:ext cx="9509854" cy="576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rgbClr val="F4EDF1"/>
                </a:solidFill>
                <a:latin typeface="Fira Sans Light"/>
                <a:cs typeface="Fira Sans Light"/>
              </a:defRPr>
            </a:lvl1pPr>
          </a:lstStyle>
          <a:p>
            <a:r>
              <a:rPr lang="en-GB"/>
              <a:t>Subtitle</a:t>
            </a:r>
          </a:p>
        </p:txBody>
      </p:sp>
      <p:sp>
        <p:nvSpPr>
          <p:cNvPr id="11" name="Department 11"/>
          <p:cNvSpPr>
            <a:spLocks noGrp="1"/>
          </p:cNvSpPr>
          <p:nvPr>
            <p:ph type="body" idx="13" hasCustomPrompt="1"/>
          </p:nvPr>
        </p:nvSpPr>
        <p:spPr>
          <a:xfrm>
            <a:off x="838800" y="4590000"/>
            <a:ext cx="9753696" cy="2232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200" spc="150" cap="all">
                <a:solidFill>
                  <a:srgbClr val="C39B3E"/>
                </a:solidFill>
                <a:latin typeface="Fira Sans Medium"/>
                <a:cs typeface="Fira Sans Medium"/>
              </a:defRPr>
            </a:lvl1pPr>
          </a:lstStyle>
          <a:p>
            <a:r>
              <a:rPr lang="en-GB"/>
              <a:t>Department of ...</a:t>
            </a:r>
          </a:p>
        </p:txBody>
      </p:sp>
      <p:sp>
        <p:nvSpPr>
          <p:cNvPr id="12" name="Presenter 12"/>
          <p:cNvSpPr>
            <a:spLocks noGrp="1"/>
          </p:cNvSpPr>
          <p:nvPr>
            <p:ph type="body" idx="14" hasCustomPrompt="1"/>
          </p:nvPr>
        </p:nvSpPr>
        <p:spPr>
          <a:xfrm>
            <a:off x="838800" y="4842000"/>
            <a:ext cx="9753696" cy="306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</a:defRPr>
            </a:lvl1pPr>
          </a:lstStyle>
          <a:p>
            <a:r>
              <a:rPr lang="en-GB"/>
              <a:t>Presenter name</a:t>
            </a:r>
          </a:p>
        </p:txBody>
      </p:sp>
      <p:sp>
        <p:nvSpPr>
          <p:cNvPr id="13" name="Occasion and date 13"/>
          <p:cNvSpPr>
            <a:spLocks noGrp="1"/>
          </p:cNvSpPr>
          <p:nvPr>
            <p:ph type="body" idx="15" hasCustomPrompt="1"/>
          </p:nvPr>
        </p:nvSpPr>
        <p:spPr>
          <a:xfrm>
            <a:off x="838800" y="5166000"/>
            <a:ext cx="9753696" cy="27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rgbClr val="F4EDF1"/>
                </a:solidFill>
              </a:defRPr>
            </a:lvl1pPr>
          </a:lstStyle>
          <a:p>
            <a:r>
              <a:rPr lang="en-GB"/>
              <a:t>Occasion  ·  Date</a:t>
            </a:r>
          </a:p>
        </p:txBody>
      </p:sp>
      <p:sp>
        <p:nvSpPr>
          <p:cNvPr id="14" name="Gold rule"/>
          <p:cNvSpPr/>
          <p:nvPr userDrawn="1"/>
        </p:nvSpPr>
        <p:spPr>
          <a:xfrm>
            <a:off x="838800" y="6080400"/>
            <a:ext cx="10485223" cy="21600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  <p:sp>
        <p:nvSpPr>
          <p:cNvPr id="15" name="Website"/>
          <p:cNvSpPr txBox="1"/>
          <p:nvPr userDrawn="1"/>
        </p:nvSpPr>
        <p:spPr>
          <a:xfrm>
            <a:off x="838800" y="6274800"/>
            <a:ext cx="3600000" cy="216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1000">
                <a:solidFill>
                  <a:srgbClr val="F4EDF1"/>
                </a:solidFill>
              </a:rPr>
              <a:t>saus.edu.pk</a:t>
            </a:r>
          </a:p>
        </p:txBody>
      </p:sp>
      <p:sp>
        <p:nvSpPr>
          <p:cNvPr id="16" name="Address"/>
          <p:cNvSpPr txBox="1"/>
          <p:nvPr userDrawn="1"/>
        </p:nvSpPr>
        <p:spPr>
          <a:xfrm>
            <a:off x="5593320" y="6274800"/>
            <a:ext cx="5760000" cy="216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spcBef>
                <a:spcPts val="0"/>
              </a:spcBef>
            </a:pPr>
            <a:r>
              <a:rPr lang="en-GB" sz="1000">
                <a:solidFill>
                  <a:srgbClr val="F4EDF1"/>
                </a:solidFill>
              </a:rPr>
              <a:t>Main Road, Shikarpur, Sindh  ·  +92 726 512039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solid)">
    <p:bg>
      <p:bgPr>
        <a:solidFill>
          <a:srgbClr val="4A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st watermark"/>
          <p:cNvPicPr>
            <a:picLocks noChangeAspect="1"/>
          </p:cNvPicPr>
          <p:nvPr userDrawn="1"/>
        </p:nvPicPr>
        <p:blipFill>
          <a:blip r:embed="rId2">
            <a:alphaModFix amt="10000"/>
          </a:blip>
          <a:srcRect l="0" t="7627" r="13064" b="7627"/>
          <a:stretch>
            <a:fillRect/>
          </a:stretch>
        </p:blipFill>
        <p:spPr>
          <a:xfrm>
            <a:off x="6610472" y="0"/>
            <a:ext cx="5581648" cy="6858000"/>
          </a:xfrm>
          <a:prstGeom prst="rect">
            <a:avLst/>
          </a:prstGeom>
        </p:spPr>
      </p:pic>
      <p:sp>
        <p:nvSpPr>
          <p:cNvPr id="3" name="Fade"/>
          <p:cNvSpPr/>
          <p:nvPr userDrawn="1"/>
        </p:nvSpPr>
        <p:spPr>
          <a:xfrm>
            <a:off x="0" y="0"/>
            <a:ext cx="12192120" cy="6858000"/>
          </a:xfrm>
          <a:prstGeom prst="rect">
            <a:avLst/>
          </a:prstGeom>
          <a:gradFill rotWithShape="1">
            <a:gsLst>
              <a:gs pos="0">
                <a:srgbClr val="6B2A4C">
                  <a:alpha val="40000"/>
                </a:srgbClr>
              </a:gs>
              <a:gs pos="100000">
                <a:srgbClr val="6B2A4C">
                  <a:alpha val="0"/>
                </a:srgbClr>
              </a:gs>
            </a:gsLst>
            <a:lin ang="0" scaled="0"/>
          </a:gradFill>
          <a:ln>
            <a:noFill/>
          </a:ln>
        </p:spPr>
      </p:sp>
      <p:pic>
        <p:nvPicPr>
          <p:cNvPr id="4" name="Cres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800" y="608400"/>
            <a:ext cx="908271" cy="1144800"/>
          </a:xfrm>
          <a:prstGeom prst="rect">
            <a:avLst/>
          </a:prstGeom>
        </p:spPr>
      </p:pic>
      <p:sp>
        <p:nvSpPr>
          <p:cNvPr id="5" name="University name"/>
          <p:cNvSpPr txBox="1"/>
          <p:nvPr userDrawn="1"/>
        </p:nvSpPr>
        <p:spPr>
          <a:xfrm>
            <a:off x="2089071" y="702000"/>
            <a:ext cx="7200000" cy="52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1300" spc="150" cap="all">
                <a:solidFill>
                  <a:srgbClr val="FFFFFF"/>
                </a:solidFill>
                <a:latin typeface="Fira Sans Medium"/>
                <a:cs typeface="Fira Sans Medium"/>
              </a:rPr>
              <a:t>The Shaikh Ayaz University, Shikarpur</a:t>
            </a:r>
          </a:p>
          <a:p>
            <a:pPr algn="l">
              <a:spcBef>
                <a:spcPts val="300"/>
              </a:spcBef>
            </a:pPr>
            <a:r>
              <a:rPr lang="en-GB" sz="1400" i="1">
                <a:solidFill>
                  <a:srgbClr val="C39B3E"/>
                </a:solidFill>
                <a:latin typeface="EB Garamond"/>
                <a:cs typeface="EB Garamond"/>
              </a:rPr>
              <a:t>Revival of Educational Glory of Shikarpur</a:t>
            </a:r>
          </a:p>
        </p:txBody>
      </p:sp>
      <p:pic>
        <p:nvPicPr>
          <p:cNvPr id="6" name="Sindhi nam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9071" y="1296000"/>
            <a:ext cx="2147149" cy="288000"/>
          </a:xfrm>
          <a:prstGeom prst="rect">
            <a:avLst/>
          </a:prstGeom>
        </p:spPr>
      </p:pic>
      <p:sp>
        <p:nvSpPr>
          <p:cNvPr id="7" name="Title 7"/>
          <p:cNvSpPr>
            <a:spLocks noGrp="1"/>
          </p:cNvSpPr>
          <p:nvPr>
            <p:ph type="ctrTitle"/>
          </p:nvPr>
        </p:nvSpPr>
        <p:spPr>
          <a:xfrm>
            <a:off x="838800" y="1764000"/>
            <a:ext cx="9509854" cy="1710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600">
                <a:solidFill>
                  <a:srgbClr val="FFFFFF"/>
                </a:solidFill>
                <a:latin typeface="Fira Sans SemiBold"/>
                <a:cs typeface="Fira Sans SemiBold"/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8" name="Gold rule"/>
          <p:cNvSpPr/>
          <p:nvPr userDrawn="1"/>
        </p:nvSpPr>
        <p:spPr>
          <a:xfrm>
            <a:off x="838800" y="3564000"/>
            <a:ext cx="1980000" cy="59040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  <p:sp>
        <p:nvSpPr>
          <p:cNvPr id="9" name="Subtitle 9"/>
          <p:cNvSpPr>
            <a:spLocks noGrp="1"/>
          </p:cNvSpPr>
          <p:nvPr>
            <p:ph type="subTitle" idx="1" hasCustomPrompt="1"/>
          </p:nvPr>
        </p:nvSpPr>
        <p:spPr>
          <a:xfrm>
            <a:off x="838800" y="3690000"/>
            <a:ext cx="9509854" cy="576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rgbClr val="F4EDF1"/>
                </a:solidFill>
                <a:latin typeface="Fira Sans Light"/>
                <a:cs typeface="Fira Sans Light"/>
              </a:defRPr>
            </a:lvl1pPr>
          </a:lstStyle>
          <a:p>
            <a:r>
              <a:rPr lang="en-GB"/>
              <a:t>Subtitle</a:t>
            </a:r>
          </a:p>
        </p:txBody>
      </p:sp>
      <p:sp>
        <p:nvSpPr>
          <p:cNvPr id="10" name="Department 10"/>
          <p:cNvSpPr>
            <a:spLocks noGrp="1"/>
          </p:cNvSpPr>
          <p:nvPr>
            <p:ph type="body" idx="13" hasCustomPrompt="1"/>
          </p:nvPr>
        </p:nvSpPr>
        <p:spPr>
          <a:xfrm>
            <a:off x="838800" y="4590000"/>
            <a:ext cx="9753696" cy="2232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200" spc="150" cap="all">
                <a:solidFill>
                  <a:srgbClr val="C39B3E"/>
                </a:solidFill>
                <a:latin typeface="Fira Sans Medium"/>
                <a:cs typeface="Fira Sans Medium"/>
              </a:defRPr>
            </a:lvl1pPr>
          </a:lstStyle>
          <a:p>
            <a:r>
              <a:rPr lang="en-GB"/>
              <a:t>Department of ...</a:t>
            </a:r>
          </a:p>
        </p:txBody>
      </p:sp>
      <p:sp>
        <p:nvSpPr>
          <p:cNvPr id="11" name="Presenter 11"/>
          <p:cNvSpPr>
            <a:spLocks noGrp="1"/>
          </p:cNvSpPr>
          <p:nvPr>
            <p:ph type="body" idx="14" hasCustomPrompt="1"/>
          </p:nvPr>
        </p:nvSpPr>
        <p:spPr>
          <a:xfrm>
            <a:off x="838800" y="4842000"/>
            <a:ext cx="9753696" cy="306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</a:defRPr>
            </a:lvl1pPr>
          </a:lstStyle>
          <a:p>
            <a:r>
              <a:rPr lang="en-GB"/>
              <a:t>Presenter name</a:t>
            </a:r>
          </a:p>
        </p:txBody>
      </p:sp>
      <p:sp>
        <p:nvSpPr>
          <p:cNvPr id="12" name="Occasion and date 12"/>
          <p:cNvSpPr>
            <a:spLocks noGrp="1"/>
          </p:cNvSpPr>
          <p:nvPr>
            <p:ph type="body" idx="15" hasCustomPrompt="1"/>
          </p:nvPr>
        </p:nvSpPr>
        <p:spPr>
          <a:xfrm>
            <a:off x="838800" y="5166000"/>
            <a:ext cx="9753696" cy="27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rgbClr val="F4EDF1"/>
                </a:solidFill>
              </a:defRPr>
            </a:lvl1pPr>
          </a:lstStyle>
          <a:p>
            <a:r>
              <a:rPr lang="en-GB"/>
              <a:t>Occasion  ·  Date</a:t>
            </a:r>
          </a:p>
        </p:txBody>
      </p:sp>
      <p:sp>
        <p:nvSpPr>
          <p:cNvPr id="13" name="Gold rule"/>
          <p:cNvSpPr/>
          <p:nvPr userDrawn="1"/>
        </p:nvSpPr>
        <p:spPr>
          <a:xfrm>
            <a:off x="838800" y="6080400"/>
            <a:ext cx="10485223" cy="21600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  <p:sp>
        <p:nvSpPr>
          <p:cNvPr id="14" name="Website"/>
          <p:cNvSpPr txBox="1"/>
          <p:nvPr userDrawn="1"/>
        </p:nvSpPr>
        <p:spPr>
          <a:xfrm>
            <a:off x="838800" y="6274800"/>
            <a:ext cx="3600000" cy="216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1000">
                <a:solidFill>
                  <a:srgbClr val="F4EDF1"/>
                </a:solidFill>
              </a:rPr>
              <a:t>saus.edu.pk</a:t>
            </a:r>
          </a:p>
        </p:txBody>
      </p:sp>
      <p:sp>
        <p:nvSpPr>
          <p:cNvPr id="15" name="Address"/>
          <p:cNvSpPr txBox="1"/>
          <p:nvPr userDrawn="1"/>
        </p:nvSpPr>
        <p:spPr>
          <a:xfrm>
            <a:off x="5593320" y="6274800"/>
            <a:ext cx="5760000" cy="216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spcBef>
                <a:spcPts val="0"/>
              </a:spcBef>
            </a:pPr>
            <a:r>
              <a:rPr lang="en-GB" sz="1000">
                <a:solidFill>
                  <a:srgbClr val="F4EDF1"/>
                </a:solidFill>
              </a:rPr>
              <a:t>Main Road, Shikarpur, Sindh  ·  +92 726 512039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split)">
    <p:bg>
      <p:bgPr>
        <a:solidFill>
          <a:srgbClr val="F4ED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 userDrawn="1"/>
        </p:nvSpPr>
        <p:spPr>
          <a:xfrm>
            <a:off x="0" y="4389120"/>
            <a:ext cx="12192120" cy="2468880"/>
          </a:xfrm>
          <a:prstGeom prst="rect">
            <a:avLst/>
          </a:prstGeom>
          <a:solidFill>
            <a:srgbClr val="4A1C34"/>
          </a:solidFill>
          <a:ln>
            <a:noFill/>
          </a:ln>
        </p:spPr>
      </p:sp>
      <p:sp>
        <p:nvSpPr>
          <p:cNvPr id="3" name="Gold edge"/>
          <p:cNvSpPr/>
          <p:nvPr userDrawn="1"/>
        </p:nvSpPr>
        <p:spPr>
          <a:xfrm>
            <a:off x="0" y="4338720"/>
            <a:ext cx="12192120" cy="50400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  <p:pic>
        <p:nvPicPr>
          <p:cNvPr id="4" name="Cres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49032" y="306000"/>
            <a:ext cx="694056" cy="874800"/>
          </a:xfrm>
          <a:prstGeom prst="rect">
            <a:avLst/>
          </a:prstGeom>
        </p:spPr>
      </p:pic>
      <p:sp>
        <p:nvSpPr>
          <p:cNvPr id="5" name="University name"/>
          <p:cNvSpPr txBox="1"/>
          <p:nvPr userDrawn="1"/>
        </p:nvSpPr>
        <p:spPr>
          <a:xfrm>
            <a:off x="838800" y="1242000"/>
            <a:ext cx="1051452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 sz="1200" spc="150" cap="all">
                <a:solidFill>
                  <a:srgbClr val="6B2A4C"/>
                </a:solidFill>
                <a:latin typeface="Fira Sans Medium"/>
                <a:cs typeface="Fira Sans Medium"/>
              </a:rPr>
              <a:t>The Shaikh Ayaz University, Shikarpur</a:t>
            </a:r>
          </a:p>
          <a:p>
            <a:pPr algn="ctr">
              <a:spcBef>
                <a:spcPts val="200"/>
              </a:spcBef>
            </a:pPr>
            <a:r>
              <a:rPr lang="en-GB" sz="1300" i="1">
                <a:solidFill>
                  <a:srgbClr val="6A626B"/>
                </a:solidFill>
                <a:latin typeface="EB Garamond"/>
                <a:cs typeface="EB Garamond"/>
              </a:rPr>
              <a:t>Revival of Educational Glory of Shikarpur</a:t>
            </a:r>
          </a:p>
        </p:txBody>
      </p:sp>
      <p:pic>
        <p:nvPicPr>
          <p:cNvPr id="6" name="Sindhi nam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10361" y="1728000"/>
            <a:ext cx="1771398" cy="237600"/>
          </a:xfrm>
          <a:prstGeom prst="rect">
            <a:avLst/>
          </a:prstGeom>
        </p:spPr>
      </p:pic>
      <p:sp>
        <p:nvSpPr>
          <p:cNvPr id="7" name="Title 7"/>
          <p:cNvSpPr>
            <a:spLocks noGrp="1"/>
          </p:cNvSpPr>
          <p:nvPr>
            <p:ph type="ctrTitle"/>
          </p:nvPr>
        </p:nvSpPr>
        <p:spPr>
          <a:xfrm>
            <a:off x="838800" y="2034000"/>
            <a:ext cx="10514520" cy="113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95000"/>
              </a:lnSpc>
              <a:spcBef>
                <a:spcPts val="0"/>
              </a:spcBef>
              <a:buNone/>
              <a:defRPr sz="3600">
                <a:solidFill>
                  <a:srgbClr val="6B2A4C"/>
                </a:solidFill>
                <a:latin typeface="Fira Sans SemiBold"/>
                <a:cs typeface="Fira Sans SemiBold"/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8" name="Subtitle 8"/>
          <p:cNvSpPr>
            <a:spLocks noGrp="1"/>
          </p:cNvSpPr>
          <p:nvPr>
            <p:ph type="subTitle" idx="1" hasCustomPrompt="1"/>
          </p:nvPr>
        </p:nvSpPr>
        <p:spPr>
          <a:xfrm>
            <a:off x="838800" y="3168000"/>
            <a:ext cx="10514520" cy="468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rgbClr val="6A626B"/>
                </a:solidFill>
                <a:latin typeface="Fira Sans Light"/>
                <a:cs typeface="Fira Sans Light"/>
              </a:defRPr>
            </a:lvl1pPr>
          </a:lstStyle>
          <a:p>
            <a:r>
              <a:rPr lang="en-GB"/>
              <a:t>Subtitle</a:t>
            </a:r>
          </a:p>
        </p:txBody>
      </p:sp>
      <p:sp>
        <p:nvSpPr>
          <p:cNvPr id="9" name="Department 9"/>
          <p:cNvSpPr>
            <a:spLocks noGrp="1"/>
          </p:cNvSpPr>
          <p:nvPr>
            <p:ph type="body" idx="13" hasCustomPrompt="1"/>
          </p:nvPr>
        </p:nvSpPr>
        <p:spPr>
          <a:xfrm>
            <a:off x="838800" y="4659120"/>
            <a:ext cx="10514520" cy="216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150" cap="all">
                <a:solidFill>
                  <a:srgbClr val="C39B3E"/>
                </a:solidFill>
                <a:latin typeface="Fira Sans Medium"/>
                <a:cs typeface="Fira Sans Medium"/>
              </a:defRPr>
            </a:lvl1pPr>
          </a:lstStyle>
          <a:p>
            <a:r>
              <a:rPr lang="en-GB"/>
              <a:t>Department of ...</a:t>
            </a:r>
          </a:p>
        </p:txBody>
      </p:sp>
      <p:sp>
        <p:nvSpPr>
          <p:cNvPr id="10" name="Presenter 10"/>
          <p:cNvSpPr>
            <a:spLocks noGrp="1"/>
          </p:cNvSpPr>
          <p:nvPr>
            <p:ph type="body" idx="14" hasCustomPrompt="1"/>
          </p:nvPr>
        </p:nvSpPr>
        <p:spPr>
          <a:xfrm>
            <a:off x="838800" y="4911120"/>
            <a:ext cx="10514520" cy="306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rgbClr val="FFFFFF"/>
                </a:solidFill>
              </a:defRPr>
            </a:lvl1pPr>
          </a:lstStyle>
          <a:p>
            <a:r>
              <a:rPr lang="en-GB"/>
              <a:t>Presenter name</a:t>
            </a:r>
          </a:p>
        </p:txBody>
      </p:sp>
      <p:sp>
        <p:nvSpPr>
          <p:cNvPr id="11" name="Occasion and date 11"/>
          <p:cNvSpPr>
            <a:spLocks noGrp="1"/>
          </p:cNvSpPr>
          <p:nvPr>
            <p:ph type="body" idx="15" hasCustomPrompt="1"/>
          </p:nvPr>
        </p:nvSpPr>
        <p:spPr>
          <a:xfrm>
            <a:off x="838800" y="5235120"/>
            <a:ext cx="10514520" cy="27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rgbClr val="F4EDF1"/>
                </a:solidFill>
              </a:defRPr>
            </a:lvl1pPr>
          </a:lstStyle>
          <a:p>
            <a:r>
              <a:rPr lang="en-GB"/>
              <a:t>Occasion  ·  Date</a:t>
            </a:r>
          </a:p>
        </p:txBody>
      </p:sp>
      <p:sp>
        <p:nvSpPr>
          <p:cNvPr id="12" name="Contact"/>
          <p:cNvSpPr txBox="1"/>
          <p:nvPr userDrawn="1"/>
        </p:nvSpPr>
        <p:spPr>
          <a:xfrm>
            <a:off x="838800" y="6300000"/>
            <a:ext cx="10514520" cy="198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 sz="1000">
                <a:solidFill>
                  <a:srgbClr val="F4EDF1"/>
                </a:solidFill>
              </a:rPr>
              <a:t>saus.edu.pk  ·  Main Road, Shikarpur, Sindh  ·  +92 726 512039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800" y="216000"/>
            <a:ext cx="9182520" cy="846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r>
              <a:rPr lang="en-GB"/>
              <a:t>Click to add title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idx="1" hasCustomPrompt="1"/>
          </p:nvPr>
        </p:nvSpPr>
        <p:spPr>
          <a:xfrm>
            <a:off x="838800" y="1350000"/>
            <a:ext cx="10514520" cy="5032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r>
              <a:rPr lang="en-GB"/>
              <a:t>Click to add text</a:t>
            </a:r>
          </a:p>
        </p:txBody>
      </p:sp>
      <p:sp>
        <p:nvSpPr>
          <p:cNvPr id="4" name="Footer 4"/>
          <p:cNvSpPr>
            <a:spLocks noGrp="1"/>
          </p:cNvSpPr>
          <p:nvPr>
            <p:ph type="ftr" idx="11"/>
          </p:nvPr>
        </p:nvSpPr>
        <p:spPr>
          <a:xfrm>
            <a:off x="3576060" y="6598800"/>
            <a:ext cx="504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900">
                <a:solidFill>
                  <a:srgbClr val="C4A9B7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5"/>
          <p:cNvSpPr>
            <a:spLocks noGrp="1"/>
          </p:cNvSpPr>
          <p:nvPr>
            <p:ph type="sldNum" idx="12"/>
          </p:nvPr>
        </p:nvSpPr>
        <p:spPr>
          <a:xfrm>
            <a:off x="10273320" y="6598800"/>
            <a:ext cx="108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800" y="126000"/>
            <a:ext cx="9182520" cy="702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r>
              <a:rPr lang="en-GB"/>
              <a:t>Click to add title</a:t>
            </a:r>
          </a:p>
        </p:txBody>
      </p:sp>
      <p:sp>
        <p:nvSpPr>
          <p:cNvPr id="3" name="Subtitle 3"/>
          <p:cNvSpPr>
            <a:spLocks noGrp="1"/>
          </p:cNvSpPr>
          <p:nvPr>
            <p:ph type="body" idx="10" hasCustomPrompt="1"/>
          </p:nvPr>
        </p:nvSpPr>
        <p:spPr>
          <a:xfrm>
            <a:off x="838800" y="838800"/>
            <a:ext cx="9182520" cy="259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600">
                <a:solidFill>
                  <a:srgbClr val="6A626B"/>
                </a:solidFill>
                <a:latin typeface="Fira Sans Light"/>
                <a:cs typeface="Fira Sans Light"/>
              </a:defRPr>
            </a:lvl1pPr>
          </a:lstStyle>
          <a:p>
            <a:r>
              <a:rPr lang="en-GB"/>
              <a:t>Subtitle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idx="1" hasCustomPrompt="1"/>
          </p:nvPr>
        </p:nvSpPr>
        <p:spPr>
          <a:xfrm>
            <a:off x="838800" y="1350000"/>
            <a:ext cx="10514520" cy="5032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r>
              <a:rPr lang="en-GB"/>
              <a:t>Click to add text</a:t>
            </a:r>
          </a:p>
        </p:txBody>
      </p:sp>
      <p:sp>
        <p:nvSpPr>
          <p:cNvPr id="5" name="Footer 5"/>
          <p:cNvSpPr>
            <a:spLocks noGrp="1"/>
          </p:cNvSpPr>
          <p:nvPr>
            <p:ph type="ftr" idx="11"/>
          </p:nvPr>
        </p:nvSpPr>
        <p:spPr>
          <a:xfrm>
            <a:off x="3576060" y="6598800"/>
            <a:ext cx="504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900">
                <a:solidFill>
                  <a:srgbClr val="C4A9B7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6"/>
          <p:cNvSpPr>
            <a:spLocks noGrp="1"/>
          </p:cNvSpPr>
          <p:nvPr>
            <p:ph type="sldNum" idx="12"/>
          </p:nvPr>
        </p:nvSpPr>
        <p:spPr>
          <a:xfrm>
            <a:off x="10273320" y="6598800"/>
            <a:ext cx="108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800" y="126000"/>
            <a:ext cx="9182520" cy="702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r>
              <a:rPr lang="en-GB"/>
              <a:t>Click to add title</a:t>
            </a:r>
          </a:p>
        </p:txBody>
      </p:sp>
      <p:sp>
        <p:nvSpPr>
          <p:cNvPr id="3" name="Subtitle 3"/>
          <p:cNvSpPr>
            <a:spLocks noGrp="1"/>
          </p:cNvSpPr>
          <p:nvPr>
            <p:ph type="body" idx="10" hasCustomPrompt="1"/>
          </p:nvPr>
        </p:nvSpPr>
        <p:spPr>
          <a:xfrm>
            <a:off x="838800" y="838800"/>
            <a:ext cx="9182520" cy="259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600">
                <a:solidFill>
                  <a:srgbClr val="6A626B"/>
                </a:solidFill>
                <a:latin typeface="Fira Sans Light"/>
                <a:cs typeface="Fira Sans Light"/>
              </a:defRPr>
            </a:lvl1pPr>
          </a:lstStyle>
          <a:p>
            <a:r>
              <a:rPr lang="en-GB"/>
              <a:t>Subtitle</a:t>
            </a:r>
          </a:p>
        </p:txBody>
      </p:sp>
      <p:sp>
        <p:nvSpPr>
          <p:cNvPr id="4" name="Figure 4"/>
          <p:cNvSpPr>
            <a:spLocks noGrp="1"/>
          </p:cNvSpPr>
          <p:nvPr>
            <p:ph type="body" idx="13" hasCustomPrompt="1"/>
          </p:nvPr>
        </p:nvSpPr>
        <p:spPr>
          <a:xfrm>
            <a:off x="838800" y="1350000"/>
            <a:ext cx="3288840" cy="792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5400">
                <a:solidFill>
                  <a:srgbClr val="6B2A4C"/>
                </a:solidFill>
                <a:latin typeface="Fira Sans SemiBold"/>
                <a:cs typeface="Fira Sans SemiBold"/>
              </a:defRPr>
            </a:lvl1pPr>
          </a:lstStyle>
          <a:p>
            <a:r>
              <a:rPr lang="en-GB"/>
              <a:t>00</a:t>
            </a:r>
          </a:p>
        </p:txBody>
      </p:sp>
      <p:sp>
        <p:nvSpPr>
          <p:cNvPr id="5" name="Figure rule"/>
          <p:cNvSpPr/>
          <p:nvPr userDrawn="1"/>
        </p:nvSpPr>
        <p:spPr>
          <a:xfrm>
            <a:off x="838800" y="2214000"/>
            <a:ext cx="828000" cy="54000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  <p:sp>
        <p:nvSpPr>
          <p:cNvPr id="6" name="Figure label 6"/>
          <p:cNvSpPr>
            <a:spLocks noGrp="1"/>
          </p:cNvSpPr>
          <p:nvPr>
            <p:ph type="body" idx="16" hasCustomPrompt="1"/>
          </p:nvPr>
        </p:nvSpPr>
        <p:spPr>
          <a:xfrm>
            <a:off x="838800" y="2340000"/>
            <a:ext cx="3288840" cy="252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rgbClr val="6A626B"/>
                </a:solidFill>
              </a:defRPr>
            </a:lvl1pPr>
          </a:lstStyle>
          <a:p>
            <a:r>
              <a:rPr lang="en-GB"/>
              <a:t>Label</a:t>
            </a:r>
          </a:p>
        </p:txBody>
      </p:sp>
      <p:sp>
        <p:nvSpPr>
          <p:cNvPr id="7" name="Figure 7"/>
          <p:cNvSpPr>
            <a:spLocks noGrp="1"/>
          </p:cNvSpPr>
          <p:nvPr>
            <p:ph type="body" idx="14" hasCustomPrompt="1"/>
          </p:nvPr>
        </p:nvSpPr>
        <p:spPr>
          <a:xfrm>
            <a:off x="4343640" y="1350000"/>
            <a:ext cx="3288840" cy="792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5400">
                <a:solidFill>
                  <a:srgbClr val="6B2A4C"/>
                </a:solidFill>
                <a:latin typeface="Fira Sans SemiBold"/>
                <a:cs typeface="Fira Sans SemiBold"/>
              </a:defRPr>
            </a:lvl1pPr>
          </a:lstStyle>
          <a:p>
            <a:r>
              <a:rPr lang="en-GB"/>
              <a:t>00</a:t>
            </a:r>
          </a:p>
        </p:txBody>
      </p:sp>
      <p:sp>
        <p:nvSpPr>
          <p:cNvPr id="8" name="Figure rule"/>
          <p:cNvSpPr/>
          <p:nvPr userDrawn="1"/>
        </p:nvSpPr>
        <p:spPr>
          <a:xfrm>
            <a:off x="4343640" y="2214000"/>
            <a:ext cx="828000" cy="54000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  <p:sp>
        <p:nvSpPr>
          <p:cNvPr id="9" name="Figure label 9"/>
          <p:cNvSpPr>
            <a:spLocks noGrp="1"/>
          </p:cNvSpPr>
          <p:nvPr>
            <p:ph type="body" idx="17" hasCustomPrompt="1"/>
          </p:nvPr>
        </p:nvSpPr>
        <p:spPr>
          <a:xfrm>
            <a:off x="4343640" y="2340000"/>
            <a:ext cx="3288840" cy="252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rgbClr val="6A626B"/>
                </a:solidFill>
              </a:defRPr>
            </a:lvl1pPr>
          </a:lstStyle>
          <a:p>
            <a:r>
              <a:rPr lang="en-GB"/>
              <a:t>Label</a:t>
            </a:r>
          </a:p>
        </p:txBody>
      </p:sp>
      <p:sp>
        <p:nvSpPr>
          <p:cNvPr id="10" name="Figure 10"/>
          <p:cNvSpPr>
            <a:spLocks noGrp="1"/>
          </p:cNvSpPr>
          <p:nvPr>
            <p:ph type="body" idx="15" hasCustomPrompt="1"/>
          </p:nvPr>
        </p:nvSpPr>
        <p:spPr>
          <a:xfrm>
            <a:off x="7848480" y="1350000"/>
            <a:ext cx="3288840" cy="792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5400">
                <a:solidFill>
                  <a:srgbClr val="6B2A4C"/>
                </a:solidFill>
                <a:latin typeface="Fira Sans SemiBold"/>
                <a:cs typeface="Fira Sans SemiBold"/>
              </a:defRPr>
            </a:lvl1pPr>
          </a:lstStyle>
          <a:p>
            <a:r>
              <a:rPr lang="en-GB"/>
              <a:t>00</a:t>
            </a:r>
          </a:p>
        </p:txBody>
      </p:sp>
      <p:sp>
        <p:nvSpPr>
          <p:cNvPr id="11" name="Figure rule"/>
          <p:cNvSpPr/>
          <p:nvPr userDrawn="1"/>
        </p:nvSpPr>
        <p:spPr>
          <a:xfrm>
            <a:off x="7848480" y="2214000"/>
            <a:ext cx="828000" cy="54000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  <p:sp>
        <p:nvSpPr>
          <p:cNvPr id="12" name="Figure label 12"/>
          <p:cNvSpPr>
            <a:spLocks noGrp="1"/>
          </p:cNvSpPr>
          <p:nvPr>
            <p:ph type="body" idx="18" hasCustomPrompt="1"/>
          </p:nvPr>
        </p:nvSpPr>
        <p:spPr>
          <a:xfrm>
            <a:off x="7848480" y="2340000"/>
            <a:ext cx="3288840" cy="252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rgbClr val="6A626B"/>
                </a:solidFill>
              </a:defRPr>
            </a:lvl1pPr>
          </a:lstStyle>
          <a:p>
            <a:r>
              <a:rPr lang="en-GB"/>
              <a:t>Label</a:t>
            </a:r>
          </a:p>
        </p:txBody>
      </p:sp>
      <p:sp>
        <p:nvSpPr>
          <p:cNvPr id="13" name="Rule maroon"/>
          <p:cNvSpPr/>
          <p:nvPr userDrawn="1"/>
        </p:nvSpPr>
        <p:spPr>
          <a:xfrm>
            <a:off x="838800" y="2772000"/>
            <a:ext cx="371520" cy="50774"/>
          </a:xfrm>
          <a:prstGeom prst="rect">
            <a:avLst/>
          </a:prstGeom>
          <a:solidFill>
            <a:srgbClr val="6B2A4C"/>
          </a:solidFill>
          <a:ln>
            <a:noFill/>
          </a:ln>
        </p:spPr>
      </p:sp>
      <p:sp>
        <p:nvSpPr>
          <p:cNvPr id="14" name="Rule gold"/>
          <p:cNvSpPr/>
          <p:nvPr userDrawn="1"/>
        </p:nvSpPr>
        <p:spPr>
          <a:xfrm>
            <a:off x="1210320" y="2772000"/>
            <a:ext cx="160992" cy="50774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  <p:sp>
        <p:nvSpPr>
          <p:cNvPr id="15" name="Rule hairline"/>
          <p:cNvSpPr/>
          <p:nvPr userDrawn="1"/>
        </p:nvSpPr>
        <p:spPr>
          <a:xfrm>
            <a:off x="1371312" y="2790421"/>
            <a:ext cx="9982008" cy="13932"/>
          </a:xfrm>
          <a:prstGeom prst="rect">
            <a:avLst/>
          </a:prstGeom>
          <a:solidFill>
            <a:srgbClr val="D9C9D2"/>
          </a:solidFill>
          <a:ln>
            <a:noFill/>
          </a:ln>
        </p:spPr>
      </p:sp>
      <p:sp>
        <p:nvSpPr>
          <p:cNvPr id="16" name="Text Placeholder 16"/>
          <p:cNvSpPr>
            <a:spLocks noGrp="1"/>
          </p:cNvSpPr>
          <p:nvPr>
            <p:ph idx="1" hasCustomPrompt="1"/>
          </p:nvPr>
        </p:nvSpPr>
        <p:spPr>
          <a:xfrm>
            <a:off x="838800" y="2970000"/>
            <a:ext cx="10514520" cy="3412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r>
              <a:rPr lang="en-GB"/>
              <a:t>Click to add text</a:t>
            </a:r>
          </a:p>
        </p:txBody>
      </p:sp>
      <p:sp>
        <p:nvSpPr>
          <p:cNvPr id="17" name="Footer 17"/>
          <p:cNvSpPr>
            <a:spLocks noGrp="1"/>
          </p:cNvSpPr>
          <p:nvPr>
            <p:ph type="ftr" idx="11"/>
          </p:nvPr>
        </p:nvSpPr>
        <p:spPr>
          <a:xfrm>
            <a:off x="3576060" y="6598800"/>
            <a:ext cx="504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900">
                <a:solidFill>
                  <a:srgbClr val="C4A9B7"/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Slide Number 18"/>
          <p:cNvSpPr>
            <a:spLocks noGrp="1"/>
          </p:cNvSpPr>
          <p:nvPr>
            <p:ph type="sldNum" idx="12"/>
          </p:nvPr>
        </p:nvSpPr>
        <p:spPr>
          <a:xfrm>
            <a:off x="10273320" y="6598800"/>
            <a:ext cx="108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800" y="216000"/>
            <a:ext cx="9182520" cy="846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r>
              <a:rPr lang="en-GB"/>
              <a:t>Click to add title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idx="1" hasCustomPrompt="1"/>
          </p:nvPr>
        </p:nvSpPr>
        <p:spPr>
          <a:xfrm>
            <a:off x="838800" y="1350000"/>
            <a:ext cx="5041260" cy="5032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r>
              <a:rPr lang="en-GB"/>
              <a:t>Click to add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idx="2" hasCustomPrompt="1"/>
          </p:nvPr>
        </p:nvSpPr>
        <p:spPr>
          <a:xfrm>
            <a:off x="6312060" y="1350000"/>
            <a:ext cx="5041260" cy="5032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r>
              <a:rPr lang="en-GB"/>
              <a:t>Click to add text</a:t>
            </a:r>
          </a:p>
        </p:txBody>
      </p:sp>
      <p:sp>
        <p:nvSpPr>
          <p:cNvPr id="5" name="Footer 5"/>
          <p:cNvSpPr>
            <a:spLocks noGrp="1"/>
          </p:cNvSpPr>
          <p:nvPr>
            <p:ph type="ftr" idx="11"/>
          </p:nvPr>
        </p:nvSpPr>
        <p:spPr>
          <a:xfrm>
            <a:off x="3576060" y="6598800"/>
            <a:ext cx="504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900">
                <a:solidFill>
                  <a:srgbClr val="C4A9B7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6"/>
          <p:cNvSpPr>
            <a:spLocks noGrp="1"/>
          </p:cNvSpPr>
          <p:nvPr>
            <p:ph type="sldNum" idx="12"/>
          </p:nvPr>
        </p:nvSpPr>
        <p:spPr>
          <a:xfrm>
            <a:off x="10273320" y="6598800"/>
            <a:ext cx="108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(bloc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800" y="216000"/>
            <a:ext cx="9182520" cy="846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r>
              <a:rPr lang="en-GB"/>
              <a:t>Click to add title</a:t>
            </a:r>
          </a:p>
        </p:txBody>
      </p:sp>
      <p:sp>
        <p:nvSpPr>
          <p:cNvPr id="3" name="Block title 3"/>
          <p:cNvSpPr>
            <a:spLocks noGrp="1"/>
          </p:cNvSpPr>
          <p:nvPr>
            <p:ph type="body" idx="13" hasCustomPrompt="1"/>
          </p:nvPr>
        </p:nvSpPr>
        <p:spPr>
          <a:xfrm>
            <a:off x="838800" y="1404000"/>
            <a:ext cx="5041260" cy="342000"/>
          </a:xfrm>
          <a:prstGeom prst="rect">
            <a:avLst/>
          </a:prstGeom>
          <a:solidFill>
            <a:srgbClr val="6B2A4C"/>
          </a:solidFill>
        </p:spPr>
        <p:txBody>
          <a:bodyPr lIns="126000" tIns="36000" rIns="126000" bIns="3600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Fira Sans SemiBold"/>
                <a:cs typeface="Fira Sans SemiBold"/>
              </a:defRPr>
            </a:lvl1pPr>
          </a:lstStyle>
          <a:p>
            <a:r>
              <a:rPr lang="en-GB"/>
              <a:t>Block title</a:t>
            </a:r>
          </a:p>
        </p:txBody>
      </p:sp>
      <p:sp>
        <p:nvSpPr>
          <p:cNvPr id="4" name="Block body 4"/>
          <p:cNvSpPr>
            <a:spLocks noGrp="1"/>
          </p:cNvSpPr>
          <p:nvPr>
            <p:ph idx="1" hasCustomPrompt="1"/>
          </p:nvPr>
        </p:nvSpPr>
        <p:spPr>
          <a:xfrm>
            <a:off x="838800" y="1746000"/>
            <a:ext cx="5041260" cy="4528800"/>
          </a:xfrm>
          <a:prstGeom prst="rect">
            <a:avLst/>
          </a:prstGeom>
          <a:solidFill>
            <a:srgbClr val="F4EDF1"/>
          </a:solidFill>
        </p:spPr>
        <p:txBody>
          <a:bodyPr lIns="126000" tIns="108000" rIns="126000" bIns="10800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rgbClr val="231C21"/>
                </a:solidFill>
              </a:defRPr>
            </a:lvl1pPr>
          </a:lstStyle>
          <a:p>
            <a:r>
              <a:rPr lang="en-GB"/>
              <a:t>Block text</a:t>
            </a:r>
          </a:p>
        </p:txBody>
      </p:sp>
      <p:sp>
        <p:nvSpPr>
          <p:cNvPr id="5" name="Block title 5"/>
          <p:cNvSpPr>
            <a:spLocks noGrp="1"/>
          </p:cNvSpPr>
          <p:nvPr>
            <p:ph type="body" idx="14" hasCustomPrompt="1"/>
          </p:nvPr>
        </p:nvSpPr>
        <p:spPr>
          <a:xfrm>
            <a:off x="6312060" y="1404000"/>
            <a:ext cx="5041260" cy="342000"/>
          </a:xfrm>
          <a:prstGeom prst="rect">
            <a:avLst/>
          </a:prstGeom>
          <a:solidFill>
            <a:srgbClr val="1A1A91"/>
          </a:solidFill>
        </p:spPr>
        <p:txBody>
          <a:bodyPr lIns="126000" tIns="36000" rIns="126000" bIns="3600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Fira Sans SemiBold"/>
                <a:cs typeface="Fira Sans SemiBold"/>
              </a:defRPr>
            </a:lvl1pPr>
          </a:lstStyle>
          <a:p>
            <a:r>
              <a:rPr lang="en-GB"/>
              <a:t>Block title</a:t>
            </a:r>
          </a:p>
        </p:txBody>
      </p:sp>
      <p:sp>
        <p:nvSpPr>
          <p:cNvPr id="6" name="Block body 6"/>
          <p:cNvSpPr>
            <a:spLocks noGrp="1"/>
          </p:cNvSpPr>
          <p:nvPr>
            <p:ph idx="2" hasCustomPrompt="1"/>
          </p:nvPr>
        </p:nvSpPr>
        <p:spPr>
          <a:xfrm>
            <a:off x="6312060" y="1746000"/>
            <a:ext cx="5041260" cy="4528800"/>
          </a:xfrm>
          <a:prstGeom prst="rect">
            <a:avLst/>
          </a:prstGeom>
          <a:solidFill>
            <a:srgbClr val="F1F1F8"/>
          </a:solidFill>
        </p:spPr>
        <p:txBody>
          <a:bodyPr lIns="126000" tIns="108000" rIns="126000" bIns="10800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rgbClr val="231C21"/>
                </a:solidFill>
              </a:defRPr>
            </a:lvl1pPr>
          </a:lstStyle>
          <a:p>
            <a:r>
              <a:rPr lang="en-GB"/>
              <a:t>Block text</a:t>
            </a:r>
          </a:p>
        </p:txBody>
      </p:sp>
      <p:sp>
        <p:nvSpPr>
          <p:cNvPr id="7" name="Footer 7"/>
          <p:cNvSpPr>
            <a:spLocks noGrp="1"/>
          </p:cNvSpPr>
          <p:nvPr>
            <p:ph type="ftr" idx="11"/>
          </p:nvPr>
        </p:nvSpPr>
        <p:spPr>
          <a:xfrm>
            <a:off x="3576060" y="6598800"/>
            <a:ext cx="504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900">
                <a:solidFill>
                  <a:srgbClr val="C4A9B7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8"/>
          <p:cNvSpPr>
            <a:spLocks noGrp="1"/>
          </p:cNvSpPr>
          <p:nvPr>
            <p:ph type="sldNum" idx="12"/>
          </p:nvPr>
        </p:nvSpPr>
        <p:spPr>
          <a:xfrm>
            <a:off x="10273320" y="6598800"/>
            <a:ext cx="108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800" y="216000"/>
            <a:ext cx="9182520" cy="846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r>
              <a:rPr lang="en-GB"/>
              <a:t>Click to add title</a:t>
            </a:r>
          </a:p>
        </p:txBody>
      </p:sp>
      <p:sp>
        <p:nvSpPr>
          <p:cNvPr id="3" name="Footer 3"/>
          <p:cNvSpPr>
            <a:spLocks noGrp="1"/>
          </p:cNvSpPr>
          <p:nvPr>
            <p:ph type="ftr" idx="11"/>
          </p:nvPr>
        </p:nvSpPr>
        <p:spPr>
          <a:xfrm>
            <a:off x="3576060" y="6598800"/>
            <a:ext cx="504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900">
                <a:solidFill>
                  <a:srgbClr val="C4A9B7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Slide Number 4"/>
          <p:cNvSpPr>
            <a:spLocks noGrp="1"/>
          </p:cNvSpPr>
          <p:nvPr>
            <p:ph type="sldNum" idx="12"/>
          </p:nvPr>
        </p:nvSpPr>
        <p:spPr>
          <a:xfrm>
            <a:off x="10273320" y="6598800"/>
            <a:ext cx="108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800" y="216000"/>
            <a:ext cx="9182520" cy="846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r>
              <a:rPr lang="en-GB"/>
              <a:t>Click to add title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3" hasCustomPrompt="1"/>
          </p:nvPr>
        </p:nvSpPr>
        <p:spPr>
          <a:xfrm>
            <a:off x="838800" y="1476000"/>
            <a:ext cx="5782986" cy="3708000"/>
          </a:xfrm>
          <a:prstGeom prst="rect">
            <a:avLst/>
          </a:prstGeom>
        </p:spPr>
      </p:sp>
      <p:sp>
        <p:nvSpPr>
          <p:cNvPr id="4" name="Caption 4"/>
          <p:cNvSpPr>
            <a:spLocks noGrp="1"/>
          </p:cNvSpPr>
          <p:nvPr>
            <p:ph type="body" idx="14" hasCustomPrompt="1"/>
          </p:nvPr>
        </p:nvSpPr>
        <p:spPr>
          <a:xfrm>
            <a:off x="838800" y="5256000"/>
            <a:ext cx="5782986" cy="288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1200">
                <a:solidFill>
                  <a:srgbClr val="6A626B"/>
                </a:solidFill>
              </a:defRPr>
            </a:lvl1pPr>
          </a:lstStyle>
          <a:p>
            <a:r>
              <a:rPr lang="en-GB"/>
              <a:t>Figure 1  |  Caption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idx="1" hasCustomPrompt="1"/>
          </p:nvPr>
        </p:nvSpPr>
        <p:spPr>
          <a:xfrm>
            <a:off x="7089786" y="1476000"/>
            <a:ext cx="4263534" cy="370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</a:lstStyle>
          <a:p>
            <a:r>
              <a:rPr lang="en-GB"/>
              <a:t>Click to add text</a:t>
            </a:r>
          </a:p>
        </p:txBody>
      </p:sp>
      <p:sp>
        <p:nvSpPr>
          <p:cNvPr id="6" name="Footer 6"/>
          <p:cNvSpPr>
            <a:spLocks noGrp="1"/>
          </p:cNvSpPr>
          <p:nvPr>
            <p:ph type="ftr" idx="11"/>
          </p:nvPr>
        </p:nvSpPr>
        <p:spPr>
          <a:xfrm>
            <a:off x="3576060" y="6598800"/>
            <a:ext cx="504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900">
                <a:solidFill>
                  <a:srgbClr val="C4A9B7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7"/>
          <p:cNvSpPr>
            <a:spLocks noGrp="1"/>
          </p:cNvSpPr>
          <p:nvPr>
            <p:ph type="sldNum" idx="12"/>
          </p:nvPr>
        </p:nvSpPr>
        <p:spPr>
          <a:xfrm>
            <a:off x="10273320" y="6598800"/>
            <a:ext cx="108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rgbClr val="4A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st watermark"/>
          <p:cNvPicPr>
            <a:picLocks noChangeAspect="1"/>
          </p:cNvPicPr>
          <p:nvPr userDrawn="1"/>
        </p:nvPicPr>
        <p:blipFill>
          <a:blip r:embed="rId2">
            <a:alphaModFix amt="9000"/>
          </a:blip>
          <a:srcRect l="0" t="9016" r="14913" b="9016"/>
          <a:stretch>
            <a:fillRect/>
          </a:stretch>
        </p:blipFill>
        <p:spPr>
          <a:xfrm>
            <a:off x="6544029" y="0"/>
            <a:ext cx="5648091" cy="6858000"/>
          </a:xfrm>
          <a:prstGeom prst="rect">
            <a:avLst/>
          </a:prstGeom>
        </p:spPr>
      </p:pic>
      <p:sp>
        <p:nvSpPr>
          <p:cNvPr id="3" name="Section number 3"/>
          <p:cNvSpPr>
            <a:spLocks noGrp="1"/>
          </p:cNvSpPr>
          <p:nvPr>
            <p:ph type="body" idx="13" hasCustomPrompt="1"/>
          </p:nvPr>
        </p:nvSpPr>
        <p:spPr>
          <a:xfrm>
            <a:off x="838800" y="2124000"/>
            <a:ext cx="8534484" cy="252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400" spc="200" cap="all">
                <a:solidFill>
                  <a:srgbClr val="C39B3E"/>
                </a:solidFill>
                <a:latin typeface="Fira Sans Medium"/>
                <a:cs typeface="Fira Sans Medium"/>
              </a:defRPr>
            </a:lvl1pPr>
          </a:lstStyle>
          <a:p>
            <a:r>
              <a:rPr lang="en-GB"/>
              <a:t>Section 1</a:t>
            </a:r>
          </a:p>
        </p:txBody>
      </p:sp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838800" y="2520000"/>
            <a:ext cx="8534484" cy="1332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GB"/>
              <a:t>Section title</a:t>
            </a:r>
          </a:p>
        </p:txBody>
      </p:sp>
      <p:sp>
        <p:nvSpPr>
          <p:cNvPr id="5" name="Gold rule"/>
          <p:cNvSpPr/>
          <p:nvPr userDrawn="1"/>
        </p:nvSpPr>
        <p:spPr>
          <a:xfrm>
            <a:off x="838800" y="4190400"/>
            <a:ext cx="1980000" cy="59040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Statement">
    <p:bg>
      <p:bgPr>
        <a:solidFill>
          <a:srgbClr val="4A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st watermark"/>
          <p:cNvPicPr>
            <a:picLocks noChangeAspect="1"/>
          </p:cNvPicPr>
          <p:nvPr userDrawn="1"/>
        </p:nvPicPr>
        <p:blipFill>
          <a:blip r:embed="rId2">
            <a:alphaModFix amt="7000"/>
          </a:blip>
          <a:srcRect l="0" t="6521" r="26618" b="6521"/>
          <a:stretch>
            <a:fillRect/>
          </a:stretch>
        </p:blipFill>
        <p:spPr>
          <a:xfrm>
            <a:off x="7600457" y="0"/>
            <a:ext cx="4591663" cy="6858000"/>
          </a:xfrm>
          <a:prstGeom prst="rect">
            <a:avLst/>
          </a:prstGeom>
        </p:spPr>
      </p:pic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1219212" y="900000"/>
            <a:ext cx="9753696" cy="505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GB"/>
              <a:t>A single statement, set large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">
    <p:bg>
      <p:bgPr>
        <a:solidFill>
          <a:srgbClr val="F4ED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ation mark"/>
          <p:cNvSpPr txBox="1"/>
          <p:nvPr userDrawn="1"/>
        </p:nvSpPr>
        <p:spPr>
          <a:xfrm>
            <a:off x="838800" y="396000"/>
            <a:ext cx="2160000" cy="25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23000">
                <a:solidFill>
                  <a:srgbClr val="6B2A4C">
                    <a:alpha val="18000"/>
                  </a:srgbClr>
                </a:solidFill>
                <a:latin typeface="EB Garamond"/>
                <a:cs typeface="EB Garamond"/>
              </a:rPr>
              <a:t>“</a:t>
            </a:r>
          </a:p>
        </p:txBody>
      </p:sp>
      <p:sp>
        <p:nvSpPr>
          <p:cNvPr id="3" name="Quotation 3"/>
          <p:cNvSpPr>
            <a:spLocks noGrp="1"/>
          </p:cNvSpPr>
          <p:nvPr>
            <p:ph type="body" idx="13" hasCustomPrompt="1"/>
          </p:nvPr>
        </p:nvSpPr>
        <p:spPr>
          <a:xfrm>
            <a:off x="1341133" y="1008000"/>
            <a:ext cx="9509854" cy="374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 i="1">
                <a:solidFill>
                  <a:srgbClr val="4A1C34"/>
                </a:solidFill>
                <a:latin typeface="EB Garamond"/>
                <a:cs typeface="EB Garamond"/>
              </a:defRPr>
            </a:lvl1pPr>
          </a:lstStyle>
          <a:p>
            <a:r>
              <a:rPr lang="en-GB"/>
              <a:t>Quotation</a:t>
            </a:r>
          </a:p>
        </p:txBody>
      </p:sp>
      <p:sp>
        <p:nvSpPr>
          <p:cNvPr id="4" name="Gold rule"/>
          <p:cNvSpPr/>
          <p:nvPr userDrawn="1"/>
        </p:nvSpPr>
        <p:spPr>
          <a:xfrm>
            <a:off x="838800" y="5148000"/>
            <a:ext cx="1224000" cy="50400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  <p:sp>
        <p:nvSpPr>
          <p:cNvPr id="5" name="Attribution 5"/>
          <p:cNvSpPr>
            <a:spLocks noGrp="1"/>
          </p:cNvSpPr>
          <p:nvPr>
            <p:ph type="body" idx="14" hasCustomPrompt="1"/>
          </p:nvPr>
        </p:nvSpPr>
        <p:spPr>
          <a:xfrm>
            <a:off x="838800" y="5292000"/>
            <a:ext cx="9753696" cy="4212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600" b="1">
                <a:solidFill>
                  <a:srgbClr val="6A626B"/>
                </a:solidFill>
              </a:defRPr>
            </a:lvl1pPr>
          </a:lstStyle>
          <a:p>
            <a:r>
              <a:rPr lang="en-GB"/>
              <a:t>Attribution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Photo">
    <p:bg>
      <p:bgPr>
        <a:solidFill>
          <a:srgbClr val="4A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12192120" cy="6858000"/>
          </a:xfrm>
          <a:prstGeom prst="rect">
            <a:avLst/>
          </a:prstGeom>
        </p:spPr>
      </p:sp>
      <p:sp>
        <p:nvSpPr>
          <p:cNvPr id="3" name="Caption 3"/>
          <p:cNvSpPr>
            <a:spLocks noGrp="1"/>
          </p:cNvSpPr>
          <p:nvPr>
            <p:ph type="body" idx="14" hasCustomPrompt="1"/>
          </p:nvPr>
        </p:nvSpPr>
        <p:spPr>
          <a:xfrm>
            <a:off x="0" y="5713200"/>
            <a:ext cx="12192120" cy="1144800"/>
          </a:xfrm>
          <a:prstGeom prst="rect">
            <a:avLst/>
          </a:prstGeom>
          <a:solidFill>
            <a:srgbClr val="4A1C34">
              <a:alpha val="82000"/>
            </a:srgbClr>
          </a:solidFill>
        </p:spPr>
        <p:txBody>
          <a:bodyPr lIns="838800" tIns="72000" rIns="838800" bIns="7200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rgbClr val="FFFFFF"/>
                </a:solidFill>
              </a:defRPr>
            </a:lvl1pPr>
          </a:lstStyle>
          <a:p>
            <a:r>
              <a:rPr lang="en-GB"/>
              <a:t>Caption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">
    <p:bg>
      <p:bgPr>
        <a:solidFill>
          <a:srgbClr val="4A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s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1964" y="648000"/>
            <a:ext cx="1148192" cy="1447200"/>
          </a:xfrm>
          <a:prstGeom prst="rect">
            <a:avLst/>
          </a:prstGeom>
        </p:spPr>
      </p:pic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838800" y="2232000"/>
            <a:ext cx="10514520" cy="612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GB"/>
              <a:t>Thank you</a:t>
            </a:r>
          </a:p>
        </p:txBody>
      </p:sp>
      <p:sp>
        <p:nvSpPr>
          <p:cNvPr id="4" name="Gold rule"/>
          <p:cNvSpPr/>
          <p:nvPr userDrawn="1"/>
        </p:nvSpPr>
        <p:spPr>
          <a:xfrm>
            <a:off x="5106060" y="2988000"/>
            <a:ext cx="1980000" cy="59040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  <p:sp>
        <p:nvSpPr>
          <p:cNvPr id="5" name="University name"/>
          <p:cNvSpPr txBox="1"/>
          <p:nvPr userDrawn="1"/>
        </p:nvSpPr>
        <p:spPr>
          <a:xfrm>
            <a:off x="838800" y="3186000"/>
            <a:ext cx="10514520" cy="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 sz="1300" spc="150" cap="all">
                <a:solidFill>
                  <a:srgbClr val="FFFFFF"/>
                </a:solidFill>
                <a:latin typeface="Fira Sans Medium"/>
                <a:cs typeface="Fira Sans Medium"/>
              </a:rPr>
              <a:t>The Shaikh Ayaz University, Shikarpur</a:t>
            </a:r>
          </a:p>
          <a:p>
            <a:pPr algn="ctr">
              <a:spcBef>
                <a:spcPts val="300"/>
              </a:spcBef>
            </a:pPr>
            <a:r>
              <a:rPr lang="en-GB" sz="1400" i="1">
                <a:solidFill>
                  <a:srgbClr val="C39B3E"/>
                </a:solidFill>
                <a:latin typeface="EB Garamond"/>
                <a:cs typeface="EB Garamond"/>
              </a:rPr>
              <a:t>Revival of Educational Glory of Shikarpur</a:t>
            </a:r>
          </a:p>
        </p:txBody>
      </p:sp>
      <p:pic>
        <p:nvPicPr>
          <p:cNvPr id="6" name="Sindhi nam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5387" y="3816000"/>
            <a:ext cx="2281346" cy="306000"/>
          </a:xfrm>
          <a:prstGeom prst="rect">
            <a:avLst/>
          </a:prstGeom>
        </p:spPr>
      </p:pic>
      <p:sp>
        <p:nvSpPr>
          <p:cNvPr id="7" name="Contact line 7"/>
          <p:cNvSpPr>
            <a:spLocks noGrp="1"/>
          </p:cNvSpPr>
          <p:nvPr>
            <p:ph type="body" idx="13" hasCustomPrompt="1"/>
          </p:nvPr>
        </p:nvSpPr>
        <p:spPr>
          <a:xfrm>
            <a:off x="838800" y="4392000"/>
            <a:ext cx="10514520" cy="576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rgbClr val="F4EDF1"/>
                </a:solidFill>
              </a:defRPr>
            </a:lvl1pPr>
          </a:lstStyle>
          <a:p>
            <a:r>
              <a:rPr lang="en-GB"/>
              <a:t>Contact or questions line (optional)</a:t>
            </a:r>
          </a:p>
        </p:txBody>
      </p:sp>
      <p:sp>
        <p:nvSpPr>
          <p:cNvPr id="8" name="Contact"/>
          <p:cNvSpPr txBox="1"/>
          <p:nvPr userDrawn="1"/>
        </p:nvSpPr>
        <p:spPr>
          <a:xfrm>
            <a:off x="838800" y="6048000"/>
            <a:ext cx="10514520" cy="216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 sz="1000">
                <a:solidFill>
                  <a:srgbClr val="F4EDF1"/>
                </a:solidFill>
              </a:rPr>
              <a:t>saus.edu.pk  ·  Main Road, Shikarpur, Sindh  ·  +92 726 512039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rule"/>
          <p:cNvSpPr/>
          <p:nvPr userDrawn="1"/>
        </p:nvSpPr>
        <p:spPr>
          <a:xfrm>
            <a:off x="0" y="6562800"/>
            <a:ext cx="12192120" cy="36000"/>
          </a:xfrm>
          <a:prstGeom prst="rect">
            <a:avLst/>
          </a:prstGeom>
          <a:solidFill>
            <a:srgbClr val="8E4166"/>
          </a:solidFill>
          <a:ln>
            <a:noFill/>
          </a:ln>
        </p:spPr>
      </p:sp>
      <p:sp>
        <p:nvSpPr>
          <p:cNvPr id="3" name="Footer band"/>
          <p:cNvSpPr/>
          <p:nvPr userDrawn="1"/>
        </p:nvSpPr>
        <p:spPr>
          <a:xfrm>
            <a:off x="0" y="6598800"/>
            <a:ext cx="12192120" cy="259200"/>
          </a:xfrm>
          <a:prstGeom prst="rect">
            <a:avLst/>
          </a:prstGeom>
          <a:solidFill>
            <a:srgbClr val="6B2A4C"/>
          </a:solidFill>
          <a:ln>
            <a:noFill/>
          </a:ln>
        </p:spPr>
      </p:sp>
      <p:sp>
        <p:nvSpPr>
          <p:cNvPr id="4" name="Footer university"/>
          <p:cNvSpPr txBox="1"/>
          <p:nvPr userDrawn="1"/>
        </p:nvSpPr>
        <p:spPr>
          <a:xfrm>
            <a:off x="838800" y="6598800"/>
            <a:ext cx="4320000" cy="25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900" spc="120" cap="all">
                <a:solidFill>
                  <a:srgbClr val="FFFFFF"/>
                </a:solidFill>
                <a:latin typeface="Fira Sans Medium"/>
                <a:cs typeface="Fira Sans Medium"/>
              </a:rPr>
              <a:t>The Shaikh Ayaz University, Shikarpur</a:t>
            </a:r>
          </a:p>
        </p:txBody>
      </p:sp>
      <p:sp>
        <p:nvSpPr>
          <p:cNvPr id="5" name="Footer 5"/>
          <p:cNvSpPr>
            <a:spLocks noGrp="1"/>
          </p:cNvSpPr>
          <p:nvPr>
            <p:ph type="ftr" idx="11"/>
          </p:nvPr>
        </p:nvSpPr>
        <p:spPr>
          <a:xfrm>
            <a:off x="3576060" y="6598800"/>
            <a:ext cx="504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900">
                <a:solidFill>
                  <a:srgbClr val="C4A9B7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6"/>
          <p:cNvSpPr>
            <a:spLocks noGrp="1"/>
          </p:cNvSpPr>
          <p:nvPr>
            <p:ph type="sldNum" idx="12"/>
          </p:nvPr>
        </p:nvSpPr>
        <p:spPr>
          <a:xfrm>
            <a:off x="10273320" y="6598800"/>
            <a:ext cx="108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800" y="216000"/>
            <a:ext cx="9182520" cy="846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r>
              <a:rPr lang="en-GB"/>
              <a:t>Click to edit title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idx="1" hasCustomPrompt="1"/>
          </p:nvPr>
        </p:nvSpPr>
        <p:spPr>
          <a:xfrm>
            <a:off x="838800" y="1350000"/>
            <a:ext cx="10514520" cy="5032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r>
              <a:rPr lang="en-GB"/>
              <a:t>Click to edit text</a:t>
            </a:r>
          </a:p>
        </p:txBody>
      </p:sp>
      <p:pic>
        <p:nvPicPr>
          <p:cNvPr id="4" name="Cres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59264" y="320400"/>
            <a:ext cx="694056" cy="874800"/>
          </a:xfrm>
          <a:prstGeom prst="rect">
            <a:avLst/>
          </a:prstGeom>
        </p:spPr>
      </p:pic>
      <p:sp>
        <p:nvSpPr>
          <p:cNvPr id="5" name="Rule maroon"/>
          <p:cNvSpPr/>
          <p:nvPr userDrawn="1"/>
        </p:nvSpPr>
        <p:spPr>
          <a:xfrm>
            <a:off x="838800" y="1152000"/>
            <a:ext cx="432000" cy="59040"/>
          </a:xfrm>
          <a:prstGeom prst="rect">
            <a:avLst/>
          </a:prstGeom>
          <a:solidFill>
            <a:srgbClr val="6B2A4C"/>
          </a:solidFill>
          <a:ln>
            <a:noFill/>
          </a:ln>
        </p:spPr>
      </p:sp>
      <p:sp>
        <p:nvSpPr>
          <p:cNvPr id="6" name="Rule gold"/>
          <p:cNvSpPr/>
          <p:nvPr userDrawn="1"/>
        </p:nvSpPr>
        <p:spPr>
          <a:xfrm>
            <a:off x="1270800" y="1152000"/>
            <a:ext cx="187200" cy="59040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  <p:sp>
        <p:nvSpPr>
          <p:cNvPr id="7" name="Rule hairline"/>
          <p:cNvSpPr/>
          <p:nvPr userDrawn="1"/>
        </p:nvSpPr>
        <p:spPr>
          <a:xfrm>
            <a:off x="1458000" y="1173420"/>
            <a:ext cx="8563320" cy="16200"/>
          </a:xfrm>
          <a:prstGeom prst="rect">
            <a:avLst/>
          </a:prstGeom>
          <a:solidFill>
            <a:srgbClr val="D9C9D2"/>
          </a:solidFill>
          <a:ln>
            <a:noFill/>
          </a:ln>
        </p:spPr>
      </p:sp>
      <p:sp>
        <p:nvSpPr>
          <p:cNvPr id="8" name="Footer rule"/>
          <p:cNvSpPr/>
          <p:nvPr userDrawn="1"/>
        </p:nvSpPr>
        <p:spPr>
          <a:xfrm>
            <a:off x="0" y="6562800"/>
            <a:ext cx="12192120" cy="36000"/>
          </a:xfrm>
          <a:prstGeom prst="rect">
            <a:avLst/>
          </a:prstGeom>
          <a:solidFill>
            <a:srgbClr val="8E4166"/>
          </a:solidFill>
          <a:ln>
            <a:noFill/>
          </a:ln>
        </p:spPr>
      </p:sp>
      <p:sp>
        <p:nvSpPr>
          <p:cNvPr id="9" name="Footer band"/>
          <p:cNvSpPr/>
          <p:nvPr userDrawn="1"/>
        </p:nvSpPr>
        <p:spPr>
          <a:xfrm>
            <a:off x="0" y="6598800"/>
            <a:ext cx="12192120" cy="259200"/>
          </a:xfrm>
          <a:prstGeom prst="rect">
            <a:avLst/>
          </a:prstGeom>
          <a:solidFill>
            <a:srgbClr val="6B2A4C"/>
          </a:solidFill>
          <a:ln>
            <a:noFill/>
          </a:ln>
        </p:spPr>
      </p:sp>
      <p:sp>
        <p:nvSpPr>
          <p:cNvPr id="10" name="Footer university"/>
          <p:cNvSpPr txBox="1"/>
          <p:nvPr userDrawn="1"/>
        </p:nvSpPr>
        <p:spPr>
          <a:xfrm>
            <a:off x="838800" y="6598800"/>
            <a:ext cx="4320000" cy="25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900" spc="120" cap="all">
                <a:solidFill>
                  <a:srgbClr val="FFFFFF"/>
                </a:solidFill>
                <a:latin typeface="Fira Sans Medium"/>
                <a:cs typeface="Fira Sans Medium"/>
              </a:rPr>
              <a:t>The Shaikh Ayaz University, Shikarpur</a:t>
            </a:r>
          </a:p>
        </p:txBody>
      </p:sp>
      <p:sp>
        <p:nvSpPr>
          <p:cNvPr id="11" name="Footer 11"/>
          <p:cNvSpPr>
            <a:spLocks noGrp="1"/>
          </p:cNvSpPr>
          <p:nvPr>
            <p:ph type="ftr" idx="11"/>
          </p:nvPr>
        </p:nvSpPr>
        <p:spPr>
          <a:xfrm>
            <a:off x="3576060" y="6598800"/>
            <a:ext cx="504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900">
                <a:solidFill>
                  <a:srgbClr val="C4A9B7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12"/>
          <p:cNvSpPr>
            <a:spLocks noGrp="1"/>
          </p:cNvSpPr>
          <p:nvPr>
            <p:ph type="sldNum" idx="12"/>
          </p:nvPr>
        </p:nvSpPr>
        <p:spPr>
          <a:xfrm>
            <a:off x="10273320" y="6598800"/>
            <a:ext cx="1080000" cy="259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</p:sldLayoutIdLst>
  <p:txStyles>
    <p:titleStyle>
      <a:lvl1pPr algn="l">
        <a:lnSpc>
          <a:spcPct val="95000"/>
        </a:lnSpc>
        <a:spcBef>
          <a:spcPct val="0"/>
        </a:spcBef>
        <a:buNone/>
        <a:defRPr sz="2800" kern="1200">
          <a:solidFill>
            <a:srgbClr val="6B2A4C"/>
          </a:solidFill>
          <a:latin typeface="+mj-lt"/>
          <a:ea typeface="+mj-ea"/>
          <a:cs typeface="+mj-cs"/>
        </a:defRPr>
      </a:lvl1pPr>
    </p:titleStyle>
    <p:bodyStyle>
      <a:lvl1pPr marL="270000" indent="-270000" algn="l">
        <a:lnSpc>
          <a:spcPct val="100000"/>
        </a:lnSpc>
        <a:spcBef>
          <a:spcPts val="1000"/>
        </a:spcBef>
        <a:buClr>
          <a:srgbClr val="6B2A4C"/>
        </a:buClr>
        <a:buSzPct val="70000"/>
        <a:buFont typeface="Wingdings" pitchFamily="2" charset="2"/>
        <a:buChar char="§"/>
        <a:defRPr sz="2000" kern="1200">
          <a:solidFill>
            <a:srgbClr val="231C21"/>
          </a:solidFill>
          <a:latin typeface="+mn-lt"/>
          <a:ea typeface="+mn-ea"/>
          <a:cs typeface="+mn-cs"/>
        </a:defRPr>
      </a:lvl1pPr>
      <a:lvl2pPr marL="540000" indent="-216000" algn="l">
        <a:lnSpc>
          <a:spcPct val="100000"/>
        </a:lnSpc>
        <a:spcBef>
          <a:spcPts val="400"/>
        </a:spcBef>
        <a:buClr>
          <a:srgbClr val="1A1A91"/>
        </a:buClr>
        <a:buSzPct val="60000"/>
        <a:buFont typeface="Wingdings" pitchFamily="2" charset="2"/>
        <a:buChar char="§"/>
        <a:defRPr sz="1800" kern="1200">
          <a:solidFill>
            <a:srgbClr val="231C21"/>
          </a:solidFill>
          <a:latin typeface="+mn-lt"/>
          <a:ea typeface="+mn-ea"/>
          <a:cs typeface="+mn-cs"/>
        </a:defRPr>
      </a:lvl2pPr>
      <a:lvl3pPr marL="792000" indent="-198000" algn="l">
        <a:lnSpc>
          <a:spcPct val="100000"/>
        </a:lnSpc>
        <a:spcBef>
          <a:spcPts val="300"/>
        </a:spcBef>
        <a:buClr>
          <a:srgbClr val="C39B3E"/>
        </a:buClr>
        <a:buSzPct val="55000"/>
        <a:buFont typeface="Wingdings" pitchFamily="2" charset="2"/>
        <a:buChar char="§"/>
        <a:defRPr sz="1600" kern="1200">
          <a:solidFill>
            <a:srgbClr val="231C21"/>
          </a:solidFill>
          <a:latin typeface="+mn-lt"/>
          <a:ea typeface="+mn-ea"/>
          <a:cs typeface="+mn-cs"/>
        </a:defRPr>
      </a:lvl3pPr>
      <a:lvl4pPr marL="1008000" indent="-180000" algn="l">
        <a:lnSpc>
          <a:spcPct val="100000"/>
        </a:lnSpc>
        <a:spcBef>
          <a:spcPts val="200"/>
        </a:spcBef>
        <a:buClr>
          <a:srgbClr val="6A626B"/>
        </a:buClr>
        <a:buSzPct val="90000"/>
        <a:buFont typeface="Arial" pitchFamily="2" charset="2"/>
        <a:buChar char="–"/>
        <a:defRPr sz="1600" kern="1200">
          <a:solidFill>
            <a:srgbClr val="6A626B"/>
          </a:solidFill>
          <a:latin typeface="+mn-lt"/>
          <a:ea typeface="+mn-ea"/>
          <a:cs typeface="+mn-cs"/>
        </a:defRPr>
      </a:lvl4pPr>
      <a:lvl5pPr marL="1224000" indent="-180000" algn="l">
        <a:lnSpc>
          <a:spcPct val="100000"/>
        </a:lnSpc>
        <a:spcBef>
          <a:spcPts val="200"/>
        </a:spcBef>
        <a:buClr>
          <a:srgbClr val="6A626B"/>
        </a:buClr>
        <a:buSzPct val="90000"/>
        <a:buFont typeface="Arial" pitchFamily="2" charset="2"/>
        <a:buChar char="–"/>
        <a:defRPr sz="1600" kern="1200">
          <a:solidFill>
            <a:srgbClr val="6A626B"/>
          </a:solidFill>
          <a:latin typeface="+mn-lt"/>
          <a:ea typeface="+mn-ea"/>
          <a:cs typeface="+mn-cs"/>
        </a:defRPr>
      </a:lvl5pPr>
      <a:lvl6pPr marL="1440000" indent="-180000" algn="l">
        <a:lnSpc>
          <a:spcPct val="100000"/>
        </a:lnSpc>
        <a:spcBef>
          <a:spcPts val="200"/>
        </a:spcBef>
        <a:buClr>
          <a:srgbClr val="6A626B"/>
        </a:buClr>
        <a:buSzPct val="90000"/>
        <a:buFont typeface="Arial" pitchFamily="2" charset="2"/>
        <a:buChar char="–"/>
        <a:defRPr sz="1600" kern="1200">
          <a:solidFill>
            <a:srgbClr val="6A626B"/>
          </a:solidFill>
          <a:latin typeface="+mn-lt"/>
          <a:ea typeface="+mn-ea"/>
          <a:cs typeface="+mn-cs"/>
        </a:defRPr>
      </a:lvl6pPr>
      <a:lvl7pPr marL="1656000" indent="-180000" algn="l">
        <a:lnSpc>
          <a:spcPct val="100000"/>
        </a:lnSpc>
        <a:spcBef>
          <a:spcPts val="200"/>
        </a:spcBef>
        <a:buClr>
          <a:srgbClr val="6A626B"/>
        </a:buClr>
        <a:buSzPct val="90000"/>
        <a:buFont typeface="Arial" pitchFamily="2" charset="2"/>
        <a:buChar char="–"/>
        <a:defRPr sz="1600" kern="1200">
          <a:solidFill>
            <a:srgbClr val="6A626B"/>
          </a:solidFill>
          <a:latin typeface="+mn-lt"/>
          <a:ea typeface="+mn-ea"/>
          <a:cs typeface="+mn-cs"/>
        </a:defRPr>
      </a:lvl7pPr>
      <a:lvl8pPr marL="1872000" indent="-180000" algn="l">
        <a:lnSpc>
          <a:spcPct val="100000"/>
        </a:lnSpc>
        <a:spcBef>
          <a:spcPts val="200"/>
        </a:spcBef>
        <a:buClr>
          <a:srgbClr val="6A626B"/>
        </a:buClr>
        <a:buSzPct val="90000"/>
        <a:buFont typeface="Arial" pitchFamily="2" charset="2"/>
        <a:buChar char="–"/>
        <a:defRPr sz="1600" kern="1200">
          <a:solidFill>
            <a:srgbClr val="6A626B"/>
          </a:solidFill>
          <a:latin typeface="+mn-lt"/>
          <a:ea typeface="+mn-ea"/>
          <a:cs typeface="+mn-cs"/>
        </a:defRPr>
      </a:lvl8pPr>
      <a:lvl9pPr marL="2088000" indent="-180000" algn="l">
        <a:lnSpc>
          <a:spcPct val="100000"/>
        </a:lnSpc>
        <a:spcBef>
          <a:spcPts val="200"/>
        </a:spcBef>
        <a:buClr>
          <a:srgbClr val="6A626B"/>
        </a:buClr>
        <a:buSzPct val="90000"/>
        <a:buFont typeface="Arial" pitchFamily="2" charset="2"/>
        <a:buChar char="–"/>
        <a:defRPr sz="1600" kern="1200">
          <a:solidFill>
            <a:srgbClr val="6A626B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>
        <a:defRPr sz="1800">
          <a:solidFill>
            <a:srgbClr val="231C21"/>
          </a:solidFill>
          <a:latin typeface="+mn-lt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Transformation of Campus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roadmap for the 2026–2029 planning cycle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Department of Computer Science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Dr. A. Presenter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Faculty Development Seminar  ·  21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000" indent="-342000">
              <a:buClr>
                <a:srgbClr val="6B2A4C"/>
              </a:buClr>
              <a:buSzPct val="100000"/>
              <a:buFont typeface="Fira Sans SemiBold"/>
              <a:buAutoNum type="arabicPeriod"/>
            </a:pPr>
            <a:r>
              <a:t>Context</a:t>
            </a:r>
          </a:p>
          <a:p>
            <a:pPr marL="342000" indent="-342000">
              <a:buClr>
                <a:srgbClr val="6B2A4C"/>
              </a:buClr>
              <a:buSzPct val="100000"/>
              <a:buFont typeface="Fira Sans SemiBold"/>
              <a:buAutoNum type="arabicPeriod"/>
            </a:pPr>
            <a:r>
              <a:t>Programme of work</a:t>
            </a:r>
          </a:p>
          <a:p>
            <a:pPr marL="342000" indent="-342000">
              <a:buClr>
                <a:srgbClr val="6B2A4C"/>
              </a:buClr>
              <a:buSzPct val="100000"/>
              <a:buFont typeface="Fira Sans SemiBold"/>
              <a:buAutoNum type="arabicPeriod"/>
            </a:pPr>
            <a:r>
              <a:t>The campus</a:t>
            </a:r>
          </a:p>
        </p:txBody>
      </p:sp>
      <p:sp>
        <p:nvSpPr>
          <p:cNvPr id="4" name="Footer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rPr lang="en-GB"/>
              <a:t>Digital Transformation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Section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university at a glance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Established to revive the educational glory of Shikarpur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Degree programmes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t>Faculties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815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t>Students enrolled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</a:t>
            </a:r>
            <a:r>
              <a:rPr b="1">
                <a:solidFill>
                  <a:srgbClr val="6B2A4C"/>
                </a:solidFill>
              </a:rPr>
              <a:t>public sector general university</a:t>
            </a:r>
            <a:r>
              <a:t> serving Shikarpur and upper Sindh.</a:t>
            </a:r>
          </a:p>
          <a:p>
            <a:pPr/>
            <a:r>
              <a:t>Teaching, research and community engagement across the humanities, sciences and professional disciplines.</a:t>
            </a:r>
          </a:p>
          <a:p>
            <a:pPr lvl="1"/>
            <a:r>
              <a:t>Second-level items use the crest’s royal blue.</a:t>
            </a:r>
          </a:p>
          <a:p>
            <a:pPr lvl="2"/>
            <a:r>
              <a:t>Third-level items pick up the gold accent.</a:t>
            </a:r>
          </a:p>
        </p:txBody>
      </p:sp>
      <p:sp>
        <p:nvSpPr>
          <p:cNvPr id="11" name="Footer 1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rPr lang="en-GB"/>
              <a:t>Digital Transformation</a:t>
            </a:r>
          </a:p>
        </p:txBody>
      </p:sp>
      <p:sp>
        <p:nvSpPr>
          <p:cNvPr id="12" name="Slide Number 1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university, three scripts</a:t>
            </a:r>
          </a:p>
        </p:txBody>
      </p:sp>
      <p:sp>
        <p:nvSpPr>
          <p:cNvPr id="3" name="Text"/>
          <p:cNvSpPr txBox="1"/>
          <p:nvPr userDrawn="1"/>
        </p:nvSpPr>
        <p:spPr>
          <a:xfrm>
            <a:off x="838800" y="1800000"/>
            <a:ext cx="144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1400">
                <a:solidFill>
                  <a:srgbClr val="6A626B"/>
                </a:solidFill>
              </a:rPr>
              <a:t>English</a:t>
            </a:r>
          </a:p>
        </p:txBody>
      </p:sp>
      <p:sp>
        <p:nvSpPr>
          <p:cNvPr id="4" name="Text"/>
          <p:cNvSpPr txBox="1"/>
          <p:nvPr userDrawn="1"/>
        </p:nvSpPr>
        <p:spPr>
          <a:xfrm>
            <a:off x="2458800" y="180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2800">
                <a:solidFill>
                  <a:srgbClr val="231C21"/>
                </a:solidFill>
              </a:rPr>
              <a:t>The Shaikh Ayaz University, Shikarpur</a:t>
            </a:r>
          </a:p>
        </p:txBody>
      </p:sp>
      <p:sp>
        <p:nvSpPr>
          <p:cNvPr id="5" name="Text"/>
          <p:cNvSpPr txBox="1"/>
          <p:nvPr userDrawn="1"/>
        </p:nvSpPr>
        <p:spPr>
          <a:xfrm>
            <a:off x="838800" y="2556000"/>
            <a:ext cx="144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1400">
                <a:solidFill>
                  <a:srgbClr val="6A626B"/>
                </a:solidFill>
              </a:rPr>
              <a:t>Sindhi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58800" y="2556000"/>
            <a:ext cx="2683936" cy="360000"/>
          </a:xfrm>
          <a:prstGeom prst="rect">
            <a:avLst/>
          </a:prstGeom>
        </p:spPr>
      </p:pic>
      <p:sp>
        <p:nvSpPr>
          <p:cNvPr id="7" name="Text"/>
          <p:cNvSpPr txBox="1"/>
          <p:nvPr userDrawn="1"/>
        </p:nvSpPr>
        <p:spPr>
          <a:xfrm>
            <a:off x="838800" y="3276000"/>
            <a:ext cx="144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1400">
                <a:solidFill>
                  <a:srgbClr val="6A626B"/>
                </a:solidFill>
              </a:rPr>
              <a:t>Urdu</a:t>
            </a:r>
          </a:p>
        </p:txBody>
      </p:sp>
      <p:pic>
        <p:nvPicPr>
          <p:cNvPr id="8" name="Pictur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58800" y="3177000"/>
            <a:ext cx="2139997" cy="558000"/>
          </a:xfrm>
          <a:prstGeom prst="rect">
            <a:avLst/>
          </a:prstGeom>
        </p:spPr>
      </p:pic>
      <p:sp>
        <p:nvSpPr>
          <p:cNvPr id="9" name="Rule maroon"/>
          <p:cNvSpPr/>
          <p:nvPr userDrawn="1"/>
        </p:nvSpPr>
        <p:spPr>
          <a:xfrm>
            <a:off x="838800" y="4104000"/>
            <a:ext cx="371520" cy="50774"/>
          </a:xfrm>
          <a:prstGeom prst="rect">
            <a:avLst/>
          </a:prstGeom>
          <a:solidFill>
            <a:srgbClr val="6B2A4C"/>
          </a:solidFill>
          <a:ln>
            <a:noFill/>
          </a:ln>
        </p:spPr>
      </p:sp>
      <p:sp>
        <p:nvSpPr>
          <p:cNvPr id="10" name="Rule gold"/>
          <p:cNvSpPr/>
          <p:nvPr userDrawn="1"/>
        </p:nvSpPr>
        <p:spPr>
          <a:xfrm>
            <a:off x="1210320" y="4104000"/>
            <a:ext cx="160992" cy="50774"/>
          </a:xfrm>
          <a:prstGeom prst="rect">
            <a:avLst/>
          </a:prstGeom>
          <a:solidFill>
            <a:srgbClr val="C39B3E"/>
          </a:solidFill>
          <a:ln>
            <a:noFill/>
          </a:ln>
        </p:spPr>
      </p:sp>
      <p:sp>
        <p:nvSpPr>
          <p:cNvPr id="11" name="Rule hairline"/>
          <p:cNvSpPr/>
          <p:nvPr userDrawn="1"/>
        </p:nvSpPr>
        <p:spPr>
          <a:xfrm>
            <a:off x="1371312" y="4122421"/>
            <a:ext cx="9982008" cy="13932"/>
          </a:xfrm>
          <a:prstGeom prst="rect">
            <a:avLst/>
          </a:prstGeom>
          <a:solidFill>
            <a:srgbClr val="D9C9D2"/>
          </a:solidFill>
          <a:ln>
            <a:noFill/>
          </a:ln>
        </p:spPr>
      </p:sp>
      <p:sp>
        <p:nvSpPr>
          <p:cNvPr id="12" name="Text"/>
          <p:cNvSpPr txBox="1"/>
          <p:nvPr userDrawn="1"/>
        </p:nvSpPr>
        <p:spPr>
          <a:xfrm>
            <a:off x="838800" y="4320000"/>
            <a:ext cx="1051452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1600">
                <a:solidFill>
                  <a:srgbClr val="231C21"/>
                </a:solidFill>
              </a:rPr>
              <a:t>The Sindhi and Urdu names are pictures (powerpoint/source/art), set in Lateef and Noto Nastaliq Urdu, so they display correctly on every computer.</a:t>
            </a:r>
          </a:p>
        </p:txBody>
      </p:sp>
      <p:sp>
        <p:nvSpPr>
          <p:cNvPr id="13" name="Footer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rPr lang="en-GB"/>
              <a:t>Digital Transformation</a:t>
            </a:r>
          </a:p>
        </p:txBody>
      </p:sp>
      <p:sp>
        <p:nvSpPr>
          <p:cNvPr id="14" name="Slide Number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Blocks and semantic colours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Standard block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Maroon header on the crest’s mist tint. Use for definitions, summaries and key takeaways.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Example block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Royal blue header, sampled from the ring of the university crest.</a:t>
            </a:r>
          </a:p>
          <a:p>
            <a:pPr/>
            <a:r>
              <a:rPr b="1">
                <a:solidFill>
                  <a:srgbClr val="6B2A4C"/>
                </a:solidFill>
              </a:rPr>
              <a:t>Key terms</a:t>
            </a:r>
            <a:r>
              <a:t> sit in maroon bold; </a:t>
            </a:r>
            <a:r>
              <a:rPr>
                <a:highlight>
                  <a:srgbClr val="EEDDB5"/>
                </a:highlight>
              </a:rPr>
              <a:t>highlights</a:t>
            </a:r>
            <a:r>
              <a:t> use a light gold wash. </a:t>
            </a:r>
            <a:r>
              <a:rPr>
                <a:solidFill>
                  <a:srgbClr val="B3261E"/>
                </a:solidFill>
              </a:rPr>
              <a:t>Alerted text</a:t>
            </a:r>
            <a:r>
              <a:t> is red.</a:t>
            </a:r>
          </a:p>
        </p:txBody>
      </p:sp>
      <p:sp>
        <p:nvSpPr>
          <p:cNvPr id="7" name="Footer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rPr lang="en-GB"/>
              <a:t>Digital Transformation</a:t>
            </a:r>
          </a:p>
        </p:txBody>
      </p:sp>
      <p:sp>
        <p:nvSpPr>
          <p:cNvPr id="8" name="Slide Number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Section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of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service a student touches should work on a phone, in Sindhi or English, on the first attempt.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Numbered workstreams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000" indent="-342000">
              <a:buClr>
                <a:srgbClr val="6B2A4C"/>
              </a:buClr>
              <a:buSzPct val="100000"/>
              <a:buFont typeface="Fira Sans SemiBold"/>
              <a:buAutoNum type="arabicPeriod"/>
            </a:pPr>
            <a:r>
              <a:t>Student records and admissions portal</a:t>
            </a:r>
          </a:p>
          <a:p>
            <a:pPr marL="342000" indent="-342000">
              <a:buClr>
                <a:srgbClr val="6B2A4C"/>
              </a:buClr>
              <a:buSzPct val="100000"/>
              <a:buFont typeface="Fira Sans SemiBold"/>
              <a:buAutoNum type="arabicPeriod"/>
            </a:pPr>
            <a:r>
              <a:t>Learning management system and lecture capture</a:t>
            </a:r>
          </a:p>
          <a:p>
            <a:pPr marL="342000" indent="-342000">
              <a:buClr>
                <a:srgbClr val="6B2A4C"/>
              </a:buClr>
              <a:buSzPct val="100000"/>
              <a:buFont typeface="Fira Sans SemiBold"/>
              <a:buAutoNum type="arabicPeriod"/>
            </a:pPr>
            <a:r>
              <a:t>Campus network, Wi-Fi and data centre refresh</a:t>
            </a:r>
          </a:p>
          <a:p>
            <a:pPr marL="342000" indent="-342000">
              <a:buClr>
                <a:srgbClr val="6B2A4C"/>
              </a:buClr>
              <a:buSzPct val="100000"/>
              <a:buFont typeface="Fira Sans SemiBold"/>
              <a:buAutoNum type="arabicPeriod"/>
            </a:pPr>
            <a:r>
              <a:t>Library discovery and digital repository</a:t>
            </a:r>
          </a:p>
          <a:p>
            <a:pPr marL="0" indent="0">
              <a:spcBef>
                <a:spcPts val="2400"/>
              </a:spcBef>
              <a:buNone/>
            </a:pPr>
            <a:r>
              <a:rPr b="1">
                <a:solidFill>
                  <a:srgbClr val="6B2A4C"/>
                </a:solidFill>
              </a:rPr>
              <a:t>Phase 1   </a:t>
            </a:r>
            <a:r>
              <a:t>Assessment and procurement.</a:t>
            </a:r>
          </a:p>
          <a:p>
            <a:pPr marL="0" indent="0">
              <a:buNone/>
            </a:pPr>
            <a:r>
              <a:rPr b="1">
                <a:solidFill>
                  <a:srgbClr val="6B2A4C"/>
                </a:solidFill>
              </a:rPr>
              <a:t>Phase 2   </a:t>
            </a:r>
            <a:r>
              <a:t>Pilot with two faculties.</a:t>
            </a:r>
          </a:p>
          <a:p>
            <a:pPr marL="0" indent="0">
              <a:buNone/>
            </a:pPr>
            <a:r>
              <a:rPr b="1">
                <a:solidFill>
                  <a:srgbClr val="6B2A4C"/>
                </a:solidFill>
              </a:rPr>
              <a:t>Phase 3   </a:t>
            </a:r>
            <a:r>
              <a:t>University-wide rollout.</a:t>
            </a:r>
          </a:p>
        </p:txBody>
      </p:sp>
      <p:sp>
        <p:nvSpPr>
          <p:cNvPr id="4" name="Footer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rPr lang="en-GB"/>
              <a:t>Digital Transformation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Tabular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56060" y="1800000"/>
          <a:ext cx="6480000" cy="1710000"/>
        </p:xfrm>
        <a:graphic>
          <a:graphicData uri="http://schemas.openxmlformats.org/drawingml/2006/table">
            <a:tbl>
              <a:tblPr firstRow="0" bandRow="0"/>
              <a:tblGrid>
                <a:gridCol w="2520000"/>
                <a:gridCol w="2808000"/>
                <a:gridCol w="1152000"/>
              </a:tblGrid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6B2A4C"/>
                          </a:solidFill>
                        </a:rPr>
                        <a:t>Workstream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231C2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6B2A4C"/>
                          </a:solidFill>
                        </a:rPr>
                        <a:t>Owner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231C2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6B2A4C"/>
                          </a:solidFill>
                        </a:rPr>
                        <a:t>Year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231C21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1C21"/>
                          </a:solidFill>
                        </a:rPr>
                        <a:t>Admissions portal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231C2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1C21"/>
                          </a:solidFill>
                        </a:rPr>
                        <a:t>Registrar’s Office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231C2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31C21"/>
                          </a:solidFill>
                        </a:rPr>
                        <a:t>2026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231C21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1C21"/>
                          </a:solidFill>
                        </a:rPr>
                        <a:t>Learning management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1C21"/>
                          </a:solidFill>
                        </a:rPr>
                        <a:t>Faculty of Education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31C21"/>
                          </a:solidFill>
                        </a:rPr>
                        <a:t>2027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1C21"/>
                          </a:solidFill>
                        </a:rPr>
                        <a:t>Network refresh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1C21"/>
                          </a:solidFill>
                        </a:rPr>
                        <a:t>IT Directorate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31C21"/>
                          </a:solidFill>
                        </a:rPr>
                        <a:t>2027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1C21"/>
                          </a:solidFill>
                        </a:rPr>
                        <a:t>Digital repository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231C2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1C21"/>
                          </a:solidFill>
                        </a:rPr>
                        <a:t>Central Library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231C2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31C21"/>
                          </a:solidFill>
                        </a:rPr>
                        <a:t>2028</a:t>
                      </a:r>
                    </a:p>
                  </a:txBody>
                  <a:tcPr marL="54000" marR="54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231C2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"/>
          <p:cNvSpPr txBox="1"/>
          <p:nvPr userDrawn="1"/>
        </p:nvSpPr>
        <p:spPr>
          <a:xfrm>
            <a:off x="838800" y="3690000"/>
            <a:ext cx="1051452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 sz="1400" b="1">
                <a:solidFill>
                  <a:srgbClr val="6B2A4C"/>
                </a:solidFill>
              </a:rPr>
              <a:t>Table 1</a:t>
            </a:r>
            <a:r>
              <a:rPr lang="en-GB" sz="1400">
                <a:solidFill>
                  <a:srgbClr val="231C21"/>
                </a:solidFill>
              </a:rPr>
              <a:t>  |  Indicative delivery schedule.</a:t>
            </a:r>
          </a:p>
        </p:txBody>
      </p:sp>
      <p:sp>
        <p:nvSpPr>
          <p:cNvPr id="5" name="Footer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rPr lang="en-GB"/>
              <a:t>Digital Transformation</a:t>
            </a:r>
          </a:p>
        </p:txBody>
      </p:sp>
      <p:sp>
        <p:nvSpPr>
          <p:cNvPr id="6" name="Slide Number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Section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campus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aus-campus-gate.jpg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3111" r="3111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The campus on Main Road, Shikarpur — the setting for every service described in this plan.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Revival of Educational Glory of Shikarpur.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Motto of The Shaikh Ayaz University, Shikarpur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Figures</a:t>
            </a:r>
          </a:p>
        </p:txBody>
      </p:sp>
      <p:pic>
        <p:nvPicPr>
          <p:cNvPr id="3" name="Picture Placeholder 2" descr="saus-monument.jpg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6136" r="613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b="1">
                <a:solidFill>
                  <a:srgbClr val="6B2A4C"/>
                </a:solidFill>
              </a:rPr>
              <a:t>Figure 1</a:t>
            </a:r>
            <a:r>
              <a:t>  |  The campus monument.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t>Captions are numbered and the label is set in maroon.</a:t>
            </a:r>
          </a:p>
          <a:p>
            <a:pPr>
              <a:spcBef>
                <a:spcPts val="1200"/>
              </a:spcBef>
            </a:pPr>
            <a:r>
              <a:t>Photographs sit flush to the text column; full-bleed images get their own slide with the Photo layout.</a:t>
            </a:r>
          </a:p>
        </p:txBody>
      </p:sp>
      <p:sp>
        <p:nvSpPr>
          <p:cNvPr id="6" name="Footer 6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rPr lang="en-GB"/>
              <a:t>Digital Transformation</a:t>
            </a:r>
          </a:p>
        </p:txBody>
      </p:sp>
      <p:sp>
        <p:nvSpPr>
          <p:cNvPr id="7" name="Slide Number 7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Transformation of Campus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roadmap for the 2026–2029 planning cycle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Department of Computer Science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Dr. A. Presenter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Faculty Development Seminar  ·  21 September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Transformation of Campus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roadmap for the 2026–2029 planning cycle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Department of Computer Science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Dr. A. Presenter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Faculty Development Seminar  ·  21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US">
  <a:themeElements>
    <a:clrScheme name="SAUS">
      <a:dk1>
        <a:srgbClr val="231C21"/>
      </a:dk1>
      <a:lt1>
        <a:srgbClr val="FFFFFF"/>
      </a:lt1>
      <a:dk2>
        <a:srgbClr val="4A1C34"/>
      </a:dk2>
      <a:lt2>
        <a:srgbClr val="F4EDF1"/>
      </a:lt2>
      <a:accent1>
        <a:srgbClr val="6B2A4C"/>
      </a:accent1>
      <a:accent2>
        <a:srgbClr val="1A1A91"/>
      </a:accent2>
      <a:accent3>
        <a:srgbClr val="C39B3E"/>
      </a:accent3>
      <a:accent4>
        <a:srgbClr val="2E6B4F"/>
      </a:accent4>
      <a:accent5>
        <a:srgbClr val="B3261E"/>
      </a:accent5>
      <a:accent6>
        <a:srgbClr val="6A626B"/>
      </a:accent6>
      <a:hlink>
        <a:srgbClr val="1A1A91"/>
      </a:hlink>
      <a:folHlink>
        <a:srgbClr val="8E4166"/>
      </a:folHlink>
    </a:clrScheme>
    <a:fontScheme name="SAUS">
      <a:majorFont>
        <a:latin typeface="Fira Sans SemiBold"/>
        <a:ea typeface=""/>
        <a:cs typeface="Lateef"/>
        <a:font script="Jpan" typeface="ＭＳ Ｐゴシック"/>
        <a:font script="Hang" typeface="맑은 고딕"/>
        <a:font script="Hans" typeface="宋体"/>
        <a:font script="Hant" typeface="新細明體"/>
        <a:font script="Arab" typeface="Lateef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ra Sans"/>
        <a:ea typeface=""/>
        <a:cs typeface="Lateef"/>
        <a:font script="Jpan" typeface="ＭＳ Ｐゴシック"/>
        <a:font script="Hang" typeface="맑은 고딕"/>
        <a:font script="Hans" typeface="宋体"/>
        <a:font script="Hant" typeface="新細明體"/>
        <a:font script="Arab" typeface="Lateef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Transformation of Campus Services</dc:title>
  <dc:subject>Revival of Educational Glory of Shikarpur</dc:subject>
  <dc:creator>The Shaikh Ayaz University, Shikarpur</dc:creator>
  <cp:keywords>SAUS; template; brand</cp:keywords>
  <dc:description>generated using python-pptx</dc:description>
  <cp:lastModifiedBy>The Shaikh Ayaz University, Shikarpur</cp:lastModifiedBy>
  <cp:revision>1</cp:revision>
  <dcterms:created xsi:type="dcterms:W3CDTF">2013-01-27T09:14:16Z</dcterms:created>
  <dcterms:modified xsi:type="dcterms:W3CDTF">2013-01-27T09:15:58Z</dcterms:modified>
  <cp:category/>
</cp:coreProperties>
</file>